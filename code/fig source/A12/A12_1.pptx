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/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7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Next Token Prediction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框架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4342"/>
          <a:stretch>
            <a:fillRect/>
          </a:stretch>
        </p:blipFill>
        <p:spPr>
          <a:xfrm>
            <a:off x="880110" y="1655445"/>
            <a:ext cx="2797810" cy="20148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09585" y="1655445"/>
            <a:ext cx="2857500" cy="193675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5055870" y="2010410"/>
            <a:ext cx="1675765" cy="13049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dirty="0"/>
              <a:t>语言模型</a:t>
            </a:r>
            <a:endParaRPr lang="zh-CN" altLang="en-US" dirty="0"/>
          </a:p>
        </p:txBody>
      </p:sp>
      <p:sp>
        <p:nvSpPr>
          <p:cNvPr id="3" name="右箭头 2"/>
          <p:cNvSpPr/>
          <p:nvPr/>
        </p:nvSpPr>
        <p:spPr>
          <a:xfrm>
            <a:off x="3854450" y="2464435"/>
            <a:ext cx="979170" cy="318770"/>
          </a:xfrm>
          <a:prstGeom prst="rightArrow">
            <a:avLst>
              <a:gd name="adj1" fmla="val 38247"/>
              <a:gd name="adj2" fmla="val 72678"/>
            </a:avLst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右箭头 6"/>
          <p:cNvSpPr/>
          <p:nvPr/>
        </p:nvSpPr>
        <p:spPr>
          <a:xfrm>
            <a:off x="6953885" y="2464435"/>
            <a:ext cx="979170" cy="318770"/>
          </a:xfrm>
          <a:prstGeom prst="rightArrow">
            <a:avLst>
              <a:gd name="adj1" fmla="val 38247"/>
              <a:gd name="adj2" fmla="val 72678"/>
            </a:avLst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81635" y="1139825"/>
            <a:ext cx="10962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语言模型的训练普遍采用</a:t>
            </a:r>
            <a:r>
              <a:rPr lang="en-US" altLang="zh-CN"/>
              <a:t>Next Token Prediction</a:t>
            </a:r>
            <a:r>
              <a:rPr lang="zh-CN" altLang="en-US"/>
              <a:t>框架，即输出序列的每一个</a:t>
            </a:r>
            <a:r>
              <a:rPr lang="en-US" altLang="zh-CN"/>
              <a:t>token</a:t>
            </a:r>
            <a:r>
              <a:rPr lang="zh-CN" altLang="en-US"/>
              <a:t>为输入序列的下一个</a:t>
            </a:r>
            <a:r>
              <a:rPr lang="en-US" altLang="zh-CN"/>
              <a:t>token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81635" y="3869690"/>
            <a:ext cx="55778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/>
              <a:t>假设输入为：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模型的预测输出为：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根据</a:t>
            </a:r>
            <a:r>
              <a:rPr lang="en-US" altLang="zh-CN"/>
              <a:t>Next Token Prediction</a:t>
            </a:r>
            <a:r>
              <a:rPr lang="zh-CN" altLang="en-US"/>
              <a:t>，我们期望它的输出为：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于是可以对其计算交叉熵损失：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5475" y="4020820"/>
            <a:ext cx="2459355" cy="3251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68645" y="4832985"/>
            <a:ext cx="2833370" cy="317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48890" y="4403090"/>
            <a:ext cx="2747010" cy="3422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2295" y="5666105"/>
            <a:ext cx="3540760" cy="76644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874645" y="1844675"/>
            <a:ext cx="8375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句长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31440" y="3206750"/>
            <a:ext cx="2424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每个</a:t>
            </a:r>
            <a:r>
              <a:rPr lang="en-US" altLang="zh-CN" sz="1400">
                <a:solidFill>
                  <a:srgbClr val="C00000"/>
                </a:solidFill>
              </a:rPr>
              <a:t>Token</a:t>
            </a:r>
            <a:r>
              <a:rPr lang="zh-CN" altLang="en-US" sz="1400">
                <a:solidFill>
                  <a:srgbClr val="C00000"/>
                </a:solidFill>
              </a:rPr>
              <a:t>的表示向量维度</a:t>
            </a:r>
            <a:endParaRPr lang="zh-CN" altLang="en-US" sz="1400">
              <a:solidFill>
                <a:srgbClr val="C0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3202305" y="2151380"/>
            <a:ext cx="80010" cy="2413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3589020" y="2691130"/>
            <a:ext cx="169545" cy="47434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WPS 演示</Application>
  <PresentationFormat>宽屏</PresentationFormat>
  <Paragraphs>15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</vt:lpstr>
      <vt:lpstr>50_自定义设计方案</vt:lpstr>
      <vt:lpstr>Next Token Prediction框架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此心安处是吾乡</cp:lastModifiedBy>
  <cp:revision>155</cp:revision>
  <dcterms:created xsi:type="dcterms:W3CDTF">2019-06-19T02:08:00Z</dcterms:created>
  <dcterms:modified xsi:type="dcterms:W3CDTF">2025-08-09T10:37:30Z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2714BC2042754196817988410A36725A</vt:lpwstr>
  </property>
</Properties>
</file>