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3890889" y="1838825"/>
            <a:ext cx="2622096" cy="2763611"/>
          </a:xfrm>
          <a:prstGeom prst="rect">
            <a:avLst/>
          </a:prstGeom>
          <a:solidFill>
            <a:srgbClr val="FFFFFF">
              <a:lumMod val="85000"/>
            </a:srgbClr>
          </a:solidFill>
          <a:ln w="55000" cap="flat" cmpd="thickThin" algn="ctr">
            <a:solidFill>
              <a:srgbClr val="D73C1E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 altLang="zh-CN" dirty="0">
              <a:solidFill>
                <a:srgbClr val="FF0000"/>
              </a:solidFill>
            </a:endParaRPr>
          </a:p>
          <a:p>
            <a:pPr algn="ctr"/>
            <a:endParaRPr lang="en-US" altLang="zh-CN" dirty="0">
              <a:solidFill>
                <a:srgbClr val="FF0000"/>
              </a:solidFill>
            </a:endParaRPr>
          </a:p>
          <a:p>
            <a:pPr algn="ctr"/>
            <a:endParaRPr lang="en-US" altLang="zh-CN" dirty="0">
              <a:solidFill>
                <a:srgbClr val="FF0000"/>
              </a:solidFill>
            </a:endParaRPr>
          </a:p>
          <a:p>
            <a:pPr algn="ctr"/>
            <a:endParaRPr lang="zh-CN" altLang="en-US" dirty="0">
              <a:solidFill>
                <a:srgbClr val="FF0000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001107" y="5533162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299104" y="5533162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597101" y="5533162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895098" y="5533162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3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193095" y="5533162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X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491092" y="5533162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789089" y="5533162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87086" y="5533162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01107" y="1373461"/>
            <a:ext cx="212271" cy="220436"/>
          </a:xfrm>
          <a:prstGeom prst="rect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299104" y="1373461"/>
            <a:ext cx="212271" cy="220436"/>
          </a:xfrm>
          <a:prstGeom prst="rect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597101" y="1373461"/>
            <a:ext cx="212271" cy="220436"/>
          </a:xfrm>
          <a:prstGeom prst="rect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895098" y="1373461"/>
            <a:ext cx="212271" cy="220436"/>
          </a:xfrm>
          <a:prstGeom prst="rect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193095" y="1373461"/>
            <a:ext cx="212271" cy="220436"/>
          </a:xfrm>
          <a:prstGeom prst="rect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491092" y="1373461"/>
            <a:ext cx="212271" cy="220436"/>
          </a:xfrm>
          <a:prstGeom prst="rect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789089" y="1373461"/>
            <a:ext cx="212271" cy="220436"/>
          </a:xfrm>
          <a:prstGeom prst="rect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*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087086" y="1373461"/>
            <a:ext cx="212271" cy="220436"/>
          </a:xfrm>
          <a:prstGeom prst="rect">
            <a:avLst/>
          </a:prstGeom>
          <a:solidFill>
            <a:srgbClr val="B61616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X</a:t>
            </a:r>
            <a:endParaRPr lang="zh-CN" altLang="en-US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cxnSp>
        <p:nvCxnSpPr>
          <p:cNvPr id="62" name="直接箭头连接符 61"/>
          <p:cNvCxnSpPr>
            <a:endCxn id="38" idx="2"/>
          </p:cNvCxnSpPr>
          <p:nvPr/>
        </p:nvCxnSpPr>
        <p:spPr>
          <a:xfrm flipV="1">
            <a:off x="4107243" y="1593897"/>
            <a:ext cx="0" cy="3253467"/>
          </a:xfrm>
          <a:prstGeom prst="straightConnector1">
            <a:avLst/>
          </a:prstGeom>
          <a:noFill/>
          <a:ln w="38100" cap="flat" cmpd="sng" algn="ctr">
            <a:solidFill>
              <a:srgbClr val="7030A0"/>
            </a:solidFill>
            <a:prstDash val="dash"/>
            <a:tailEnd type="triangle"/>
          </a:ln>
          <a:effectLst/>
        </p:spPr>
      </p:cxnSp>
      <p:cxnSp>
        <p:nvCxnSpPr>
          <p:cNvPr id="64" name="直接箭头连接符 63"/>
          <p:cNvCxnSpPr/>
          <p:nvPr/>
        </p:nvCxnSpPr>
        <p:spPr>
          <a:xfrm flipV="1">
            <a:off x="4433814" y="1593897"/>
            <a:ext cx="0" cy="3253467"/>
          </a:xfrm>
          <a:prstGeom prst="straightConnector1">
            <a:avLst/>
          </a:prstGeom>
          <a:noFill/>
          <a:ln w="38100" cap="flat" cmpd="sng" algn="ctr">
            <a:solidFill>
              <a:srgbClr val="7030A0"/>
            </a:solidFill>
            <a:prstDash val="dash"/>
            <a:tailEnd type="triangle"/>
          </a:ln>
          <a:effectLst/>
        </p:spPr>
      </p:cxnSp>
      <p:cxnSp>
        <p:nvCxnSpPr>
          <p:cNvPr id="66" name="直接箭头连接符 65"/>
          <p:cNvCxnSpPr/>
          <p:nvPr/>
        </p:nvCxnSpPr>
        <p:spPr>
          <a:xfrm flipV="1">
            <a:off x="4723647" y="1593897"/>
            <a:ext cx="0" cy="3253467"/>
          </a:xfrm>
          <a:prstGeom prst="straightConnector1">
            <a:avLst/>
          </a:prstGeom>
          <a:noFill/>
          <a:ln w="38100" cap="flat" cmpd="sng" algn="ctr">
            <a:solidFill>
              <a:srgbClr val="7030A0"/>
            </a:solidFill>
            <a:prstDash val="dash"/>
            <a:tailEnd type="triangle"/>
          </a:ln>
          <a:effectLst/>
        </p:spPr>
      </p:cxnSp>
      <p:cxnSp>
        <p:nvCxnSpPr>
          <p:cNvPr id="67" name="直接箭头连接符 66"/>
          <p:cNvCxnSpPr/>
          <p:nvPr/>
        </p:nvCxnSpPr>
        <p:spPr>
          <a:xfrm flipV="1">
            <a:off x="5009397" y="1593897"/>
            <a:ext cx="0" cy="3253467"/>
          </a:xfrm>
          <a:prstGeom prst="straightConnector1">
            <a:avLst/>
          </a:prstGeom>
          <a:noFill/>
          <a:ln w="38100" cap="flat" cmpd="sng" algn="ctr">
            <a:solidFill>
              <a:srgbClr val="7030A0"/>
            </a:solidFill>
            <a:prstDash val="dash"/>
            <a:tailEnd type="triangle"/>
          </a:ln>
          <a:effectLst/>
        </p:spPr>
      </p:cxnSp>
      <p:cxnSp>
        <p:nvCxnSpPr>
          <p:cNvPr id="68" name="直接箭头连接符 67"/>
          <p:cNvCxnSpPr/>
          <p:nvPr/>
        </p:nvCxnSpPr>
        <p:spPr>
          <a:xfrm flipV="1">
            <a:off x="5315557" y="1593897"/>
            <a:ext cx="0" cy="3253467"/>
          </a:xfrm>
          <a:prstGeom prst="straightConnector1">
            <a:avLst/>
          </a:prstGeom>
          <a:noFill/>
          <a:ln w="38100" cap="flat" cmpd="sng" algn="ctr">
            <a:solidFill>
              <a:srgbClr val="7030A0"/>
            </a:solidFill>
            <a:prstDash val="dash"/>
            <a:tailEnd type="triangle"/>
          </a:ln>
          <a:effectLst/>
        </p:spPr>
      </p:cxnSp>
      <p:cxnSp>
        <p:nvCxnSpPr>
          <p:cNvPr id="69" name="直接箭头连接符 68"/>
          <p:cNvCxnSpPr/>
          <p:nvPr/>
        </p:nvCxnSpPr>
        <p:spPr>
          <a:xfrm flipV="1">
            <a:off x="5601307" y="1593897"/>
            <a:ext cx="0" cy="3253467"/>
          </a:xfrm>
          <a:prstGeom prst="straightConnector1">
            <a:avLst/>
          </a:prstGeom>
          <a:noFill/>
          <a:ln w="38100" cap="flat" cmpd="sng" algn="ctr">
            <a:solidFill>
              <a:srgbClr val="7030A0"/>
            </a:solidFill>
            <a:prstDash val="dash"/>
            <a:tailEnd type="triangle"/>
          </a:ln>
          <a:effectLst/>
        </p:spPr>
      </p:cxnSp>
      <p:cxnSp>
        <p:nvCxnSpPr>
          <p:cNvPr id="70" name="直接箭头连接符 69"/>
          <p:cNvCxnSpPr/>
          <p:nvPr/>
        </p:nvCxnSpPr>
        <p:spPr>
          <a:xfrm flipV="1">
            <a:off x="5903386" y="1593897"/>
            <a:ext cx="0" cy="3253467"/>
          </a:xfrm>
          <a:prstGeom prst="straightConnector1">
            <a:avLst/>
          </a:prstGeom>
          <a:noFill/>
          <a:ln w="38100" cap="flat" cmpd="sng" algn="ctr">
            <a:solidFill>
              <a:srgbClr val="7030A0"/>
            </a:solidFill>
            <a:prstDash val="dash"/>
            <a:tailEnd type="triangle"/>
          </a:ln>
          <a:effectLst/>
        </p:spPr>
      </p:cxnSp>
      <p:cxnSp>
        <p:nvCxnSpPr>
          <p:cNvPr id="71" name="直接箭头连接符 70"/>
          <p:cNvCxnSpPr/>
          <p:nvPr/>
        </p:nvCxnSpPr>
        <p:spPr>
          <a:xfrm flipV="1">
            <a:off x="6185054" y="1593897"/>
            <a:ext cx="0" cy="3253467"/>
          </a:xfrm>
          <a:prstGeom prst="straightConnector1">
            <a:avLst/>
          </a:prstGeom>
          <a:noFill/>
          <a:ln w="38100" cap="flat" cmpd="sng" algn="ctr">
            <a:solidFill>
              <a:srgbClr val="7030A0"/>
            </a:solidFill>
            <a:prstDash val="dash"/>
            <a:tailEnd type="triangle"/>
          </a:ln>
          <a:effectLst/>
        </p:spPr>
      </p:cxnSp>
      <p:sp>
        <p:nvSpPr>
          <p:cNvPr id="72" name="矩形 71"/>
          <p:cNvSpPr/>
          <p:nvPr/>
        </p:nvSpPr>
        <p:spPr>
          <a:xfrm>
            <a:off x="4001107" y="4847363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E1</a:t>
            </a:r>
            <a:endParaRPr lang="zh-CN" altLang="en-US" sz="800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299104" y="4847363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E2</a:t>
            </a:r>
            <a:endParaRPr lang="zh-CN" altLang="en-US" sz="800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4617509" y="4847363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E3</a:t>
            </a:r>
            <a:endParaRPr lang="zh-CN" altLang="en-US" sz="800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915506" y="4847363"/>
            <a:ext cx="212271" cy="220436"/>
          </a:xfrm>
          <a:prstGeom prst="rect">
            <a:avLst/>
          </a:prstGeom>
          <a:solidFill>
            <a:srgbClr val="D73C1E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E4</a:t>
            </a:r>
            <a:endParaRPr lang="zh-CN" altLang="en-US" sz="800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189014" y="4847363"/>
            <a:ext cx="212271" cy="220436"/>
          </a:xfrm>
          <a:prstGeom prst="rect">
            <a:avLst/>
          </a:prstGeom>
          <a:solidFill>
            <a:srgbClr val="D73C1E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E5</a:t>
            </a:r>
            <a:endParaRPr lang="zh-CN" altLang="en-US" sz="800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5487011" y="4847363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E6</a:t>
            </a:r>
            <a:endParaRPr lang="zh-CN" altLang="en-US" sz="800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805416" y="4847363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E7</a:t>
            </a:r>
            <a:endParaRPr lang="zh-CN" altLang="en-US" sz="800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103413" y="4847363"/>
            <a:ext cx="212271" cy="220436"/>
          </a:xfrm>
          <a:prstGeom prst="rect">
            <a:avLst/>
          </a:prstGeom>
          <a:solidFill>
            <a:srgbClr val="3769AF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FFFFFF"/>
                </a:solidFill>
                <a:latin typeface="Book Antiqua" panose="02040602050305030304" charset="0"/>
                <a:ea typeface="黑体" panose="02010609060101010101" charset="-122"/>
              </a:rPr>
              <a:t>E8</a:t>
            </a:r>
            <a:endParaRPr lang="zh-CN" altLang="en-US" sz="800" dirty="0">
              <a:solidFill>
                <a:srgbClr val="FFFFFF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80" name="箭头: 下 53"/>
          <p:cNvSpPr/>
          <p:nvPr/>
        </p:nvSpPr>
        <p:spPr>
          <a:xfrm rot="10800000">
            <a:off x="4038871" y="5147412"/>
            <a:ext cx="163282" cy="306131"/>
          </a:xfrm>
          <a:prstGeom prst="downArrow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242C2D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81" name="箭头: 下 54"/>
          <p:cNvSpPr/>
          <p:nvPr/>
        </p:nvSpPr>
        <p:spPr>
          <a:xfrm rot="10800000">
            <a:off x="4323598" y="5137194"/>
            <a:ext cx="163282" cy="306131"/>
          </a:xfrm>
          <a:prstGeom prst="downArrow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242C2D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82" name="箭头: 下 55"/>
          <p:cNvSpPr/>
          <p:nvPr/>
        </p:nvSpPr>
        <p:spPr>
          <a:xfrm rot="10800000">
            <a:off x="4643029" y="5153518"/>
            <a:ext cx="163282" cy="306131"/>
          </a:xfrm>
          <a:prstGeom prst="downArrow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242C2D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83" name="箭头: 下 56"/>
          <p:cNvSpPr/>
          <p:nvPr/>
        </p:nvSpPr>
        <p:spPr>
          <a:xfrm rot="10800000">
            <a:off x="4927756" y="5143300"/>
            <a:ext cx="163282" cy="306131"/>
          </a:xfrm>
          <a:prstGeom prst="downArrow">
            <a:avLst/>
          </a:prstGeom>
          <a:solidFill>
            <a:srgbClr val="B61616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242C2D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84" name="箭头: 下 57"/>
          <p:cNvSpPr/>
          <p:nvPr/>
        </p:nvSpPr>
        <p:spPr>
          <a:xfrm rot="10800000">
            <a:off x="5218616" y="5147412"/>
            <a:ext cx="163282" cy="306131"/>
          </a:xfrm>
          <a:prstGeom prst="downArrow">
            <a:avLst/>
          </a:prstGeom>
          <a:solidFill>
            <a:srgbClr val="B61616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242C2D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85" name="箭头: 下 58"/>
          <p:cNvSpPr/>
          <p:nvPr/>
        </p:nvSpPr>
        <p:spPr>
          <a:xfrm rot="10800000">
            <a:off x="5503343" y="5137194"/>
            <a:ext cx="163282" cy="306131"/>
          </a:xfrm>
          <a:prstGeom prst="downArrow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242C2D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86" name="箭头: 下 59"/>
          <p:cNvSpPr/>
          <p:nvPr/>
        </p:nvSpPr>
        <p:spPr>
          <a:xfrm rot="10800000">
            <a:off x="5822773" y="5147412"/>
            <a:ext cx="163282" cy="306131"/>
          </a:xfrm>
          <a:prstGeom prst="downArrow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242C2D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sp>
        <p:nvSpPr>
          <p:cNvPr id="87" name="箭头: 下 60"/>
          <p:cNvSpPr/>
          <p:nvPr/>
        </p:nvSpPr>
        <p:spPr>
          <a:xfrm rot="10800000">
            <a:off x="6107500" y="5137194"/>
            <a:ext cx="163282" cy="306131"/>
          </a:xfrm>
          <a:prstGeom prst="downArrow">
            <a:avLst/>
          </a:prstGeom>
          <a:solidFill>
            <a:srgbClr val="242C2D"/>
          </a:solidFill>
          <a:ln w="55000" cap="flat" cmpd="thickThin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242C2D"/>
              </a:solidFill>
              <a:latin typeface="Book Antiqua" panose="02040602050305030304" charset="0"/>
              <a:ea typeface="黑体" panose="02010609060101010101" charset="-122"/>
            </a:endParaRPr>
          </a:p>
        </p:txBody>
      </p:sp>
      <p:cxnSp>
        <p:nvCxnSpPr>
          <p:cNvPr id="88" name="连接符: 肘形 62"/>
          <p:cNvCxnSpPr>
            <a:stCxn id="53" idx="2"/>
          </p:cNvCxnSpPr>
          <p:nvPr/>
        </p:nvCxnSpPr>
        <p:spPr>
          <a:xfrm rot="5400000">
            <a:off x="4164397" y="2745058"/>
            <a:ext cx="3179986" cy="877665"/>
          </a:xfrm>
          <a:prstGeom prst="bentConnector3">
            <a:avLst/>
          </a:prstGeom>
          <a:noFill/>
          <a:ln w="38100" cap="flat" cmpd="sng" algn="ctr">
            <a:solidFill>
              <a:srgbClr val="C00000"/>
            </a:solidFill>
            <a:prstDash val="solid"/>
            <a:tailEnd type="triangle"/>
          </a:ln>
          <a:effectLst/>
        </p:spPr>
      </p:cxnSp>
      <p:cxnSp>
        <p:nvCxnSpPr>
          <p:cNvPr id="89" name="连接符: 肘形 64"/>
          <p:cNvCxnSpPr>
            <a:stCxn id="53" idx="2"/>
          </p:cNvCxnSpPr>
          <p:nvPr/>
        </p:nvCxnSpPr>
        <p:spPr>
          <a:xfrm rot="5400000">
            <a:off x="4011317" y="2591978"/>
            <a:ext cx="3179986" cy="1183825"/>
          </a:xfrm>
          <a:prstGeom prst="bentConnector3">
            <a:avLst/>
          </a:prstGeom>
          <a:noFill/>
          <a:ln w="38100" cap="flat" cmpd="sng" algn="ctr">
            <a:solidFill>
              <a:srgbClr val="C00000"/>
            </a:solidFill>
            <a:prstDash val="solid"/>
            <a:tailEnd type="triangle"/>
          </a:ln>
          <a:effectLst/>
        </p:spPr>
      </p:cxnSp>
      <p:sp>
        <p:nvSpPr>
          <p:cNvPr id="92" name="圆角矩形 91"/>
          <p:cNvSpPr/>
          <p:nvPr/>
        </p:nvSpPr>
        <p:spPr>
          <a:xfrm>
            <a:off x="4509770" y="2427605"/>
            <a:ext cx="1508125" cy="5543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Transformer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YjhlNWEzMGU3MDA2NTBlZmI2YzNlOWU0NjNjMTdhN2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WPS 演示</Application>
  <PresentationFormat>宽屏</PresentationFormat>
  <Paragraphs>54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Book Antiqua</vt:lpstr>
      <vt:lpstr>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此心安处是吾乡</cp:lastModifiedBy>
  <cp:revision>155</cp:revision>
  <dcterms:created xsi:type="dcterms:W3CDTF">2019-06-19T02:08:00Z</dcterms:created>
  <dcterms:modified xsi:type="dcterms:W3CDTF">2024-04-02T07:25:01Z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2714BC2042754196817988410A36725A</vt:lpwstr>
  </property>
</Properties>
</file>