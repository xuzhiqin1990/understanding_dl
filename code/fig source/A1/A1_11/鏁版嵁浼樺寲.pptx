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1"/>
        <p:guide pos="38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401060" y="993140"/>
            <a:ext cx="5701030" cy="4872990"/>
            <a:chOff x="5972" y="2528"/>
            <a:chExt cx="7316" cy="5898"/>
          </a:xfrm>
        </p:grpSpPr>
        <p:sp>
          <p:nvSpPr>
            <p:cNvPr id="5" name="椭圆 4"/>
            <p:cNvSpPr/>
            <p:nvPr/>
          </p:nvSpPr>
          <p:spPr>
            <a:xfrm>
              <a:off x="8426" y="2528"/>
              <a:ext cx="2268" cy="2268"/>
            </a:xfrm>
            <a:prstGeom prst="ellipse">
              <a:avLst/>
            </a:prstGeom>
            <a:noFill/>
            <a:ln>
              <a:solidFill>
                <a:srgbClr val="0707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rPr>
                <a:t>模型</a:t>
              </a: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/>
                <a:ea typeface="黑体"/>
                <a:cs typeface="+mn-cs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1020" y="6158"/>
              <a:ext cx="2268" cy="2268"/>
            </a:xfrm>
            <a:prstGeom prst="ellipse">
              <a:avLst/>
            </a:prstGeom>
            <a:noFill/>
            <a:ln>
              <a:solidFill>
                <a:srgbClr val="0707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rPr>
                <a:t>优化</a:t>
              </a: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/>
                <a:ea typeface="黑体"/>
                <a:cs typeface="+mn-cs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72" y="6158"/>
              <a:ext cx="2268" cy="2268"/>
            </a:xfrm>
            <a:prstGeom prst="ellipse">
              <a:avLst/>
            </a:prstGeom>
            <a:noFill/>
            <a:ln>
              <a:solidFill>
                <a:srgbClr val="0707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rPr>
                <a:t>数据</a:t>
              </a: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/>
                <a:ea typeface="黑体"/>
                <a:cs typeface="+mn-cs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H="1">
              <a:off x="7610" y="4824"/>
              <a:ext cx="1000" cy="122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flipH="1">
              <a:off x="8660" y="7292"/>
              <a:ext cx="1950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10588" y="4796"/>
              <a:ext cx="1000" cy="122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WPS 演示</Application>
  <PresentationFormat>宽屏</PresentationFormat>
  <Paragraphs>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Book Antiqua</vt:lpstr>
      <vt:lpstr>Thonburi</vt:lpstr>
      <vt:lpstr>黑体</vt:lpstr>
      <vt:lpstr>汉仪中黑KW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周章辰</cp:lastModifiedBy>
  <cp:revision>162</cp:revision>
  <dcterms:created xsi:type="dcterms:W3CDTF">2025-08-03T04:27:05Z</dcterms:created>
  <dcterms:modified xsi:type="dcterms:W3CDTF">2025-08-03T04:27:05Z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5DE323F26AD139C9E9E48E6873F9AF30_41</vt:lpwstr>
  </property>
</Properties>
</file>