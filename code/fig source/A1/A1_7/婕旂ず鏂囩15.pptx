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8790" y="3213100"/>
            <a:ext cx="3044190" cy="317055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331470"/>
            <a:ext cx="3512185" cy="27819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190" y="614045"/>
            <a:ext cx="3037840" cy="24403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195" y="502920"/>
            <a:ext cx="3204845" cy="24218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785" y="3480435"/>
            <a:ext cx="3752850" cy="27247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89785" y="3244850"/>
            <a:ext cx="379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a</a:t>
            </a:r>
            <a:endParaRPr lang="en-US" altLang="zh-CN" b="1"/>
          </a:p>
        </p:txBody>
      </p:sp>
      <p:sp>
        <p:nvSpPr>
          <p:cNvPr id="9" name="文本框 8"/>
          <p:cNvSpPr txBox="1"/>
          <p:nvPr/>
        </p:nvSpPr>
        <p:spPr>
          <a:xfrm>
            <a:off x="6274435" y="3244850"/>
            <a:ext cx="379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b</a:t>
            </a:r>
            <a:endParaRPr lang="en-US" altLang="zh-CN" b="1"/>
          </a:p>
        </p:txBody>
      </p:sp>
      <p:sp>
        <p:nvSpPr>
          <p:cNvPr id="11" name="文本框 10"/>
          <p:cNvSpPr txBox="1"/>
          <p:nvPr/>
        </p:nvSpPr>
        <p:spPr>
          <a:xfrm>
            <a:off x="10314940" y="3244850"/>
            <a:ext cx="379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c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3776345" y="6383655"/>
            <a:ext cx="379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d</a:t>
            </a:r>
            <a:endParaRPr lang="en-US" altLang="zh-CN" b="1"/>
          </a:p>
        </p:txBody>
      </p:sp>
      <p:sp>
        <p:nvSpPr>
          <p:cNvPr id="13" name="文本框 12"/>
          <p:cNvSpPr txBox="1"/>
          <p:nvPr/>
        </p:nvSpPr>
        <p:spPr>
          <a:xfrm>
            <a:off x="8311515" y="6383655"/>
            <a:ext cx="379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e</a:t>
            </a:r>
            <a:endParaRPr lang="en-US" altLang="zh-CN" b="1"/>
          </a:p>
        </p:txBody>
      </p:sp>
      <p:sp>
        <p:nvSpPr>
          <p:cNvPr id="15" name="文本框 14"/>
          <p:cNvSpPr txBox="1"/>
          <p:nvPr/>
        </p:nvSpPr>
        <p:spPr>
          <a:xfrm>
            <a:off x="3869055" y="245745"/>
            <a:ext cx="781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山峰</a:t>
            </a:r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3195955" y="476250"/>
            <a:ext cx="667385" cy="10541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790825" y="2843530"/>
            <a:ext cx="781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山</a:t>
            </a:r>
            <a:r>
              <a:rPr lang="zh-CN" altLang="en-US"/>
              <a:t>谷</a:t>
            </a:r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 flipH="1" flipV="1">
            <a:off x="2153285" y="2986405"/>
            <a:ext cx="600075" cy="596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9283700" y="502920"/>
            <a:ext cx="781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鞍点</a:t>
            </a:r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9680575" y="913765"/>
            <a:ext cx="192405" cy="65151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13715" y="5118735"/>
            <a:ext cx="133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局部极小</a:t>
            </a:r>
            <a:r>
              <a:rPr lang="zh-CN" altLang="en-US"/>
              <a:t>点</a:t>
            </a:r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1850390" y="5024120"/>
            <a:ext cx="786130" cy="25273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454150" y="5882640"/>
            <a:ext cx="133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全局最小</a:t>
            </a:r>
            <a:r>
              <a:rPr lang="zh-CN" altLang="en-US"/>
              <a:t>点</a:t>
            </a:r>
            <a:endParaRPr lang="zh-CN" altLang="en-US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2763520" y="6054090"/>
            <a:ext cx="969010" cy="1651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165715" y="4538980"/>
            <a:ext cx="1699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全局最小点</a:t>
            </a:r>
            <a:r>
              <a:rPr lang="zh-CN" altLang="en-US"/>
              <a:t>集</a:t>
            </a:r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 flipH="1">
            <a:off x="9569450" y="5024120"/>
            <a:ext cx="1066800" cy="7035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5272405" y="545465"/>
            <a:ext cx="1002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凸函数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WPS 演示</Application>
  <PresentationFormat>宽屏</PresentationFormat>
  <Paragraphs>24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周章辰</cp:lastModifiedBy>
  <cp:revision>162</cp:revision>
  <dcterms:created xsi:type="dcterms:W3CDTF">2025-08-08T01:55:58Z</dcterms:created>
  <dcterms:modified xsi:type="dcterms:W3CDTF">2025-08-08T01:55:58Z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7BB326FC56892DC4DB589568861590EB_41</vt:lpwstr>
  </property>
</Properties>
</file>