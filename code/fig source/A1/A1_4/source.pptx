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955800" y="255905"/>
            <a:ext cx="7836535" cy="6346190"/>
            <a:chOff x="2305" y="1020"/>
            <a:chExt cx="9978" cy="8080"/>
          </a:xfrm>
        </p:grpSpPr>
        <p:grpSp>
          <p:nvGrpSpPr>
            <p:cNvPr id="13" name="组合 12"/>
            <p:cNvGrpSpPr/>
            <p:nvPr/>
          </p:nvGrpSpPr>
          <p:grpSpPr>
            <a:xfrm>
              <a:off x="3913" y="1767"/>
              <a:ext cx="6548" cy="5837"/>
              <a:chOff x="3913" y="1767"/>
              <a:chExt cx="6548" cy="5837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3913" y="2028"/>
                <a:ext cx="1723" cy="1724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8739" y="5715"/>
                <a:ext cx="1723" cy="1724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8234" y="2183"/>
                <a:ext cx="1550" cy="814"/>
              </a:xfrm>
              <a:prstGeom prst="line">
                <a:avLst/>
              </a:prstGeom>
              <a:solidFill>
                <a:srgbClr val="C00000"/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8602" y="1767"/>
                <a:ext cx="794" cy="1647"/>
              </a:xfrm>
              <a:prstGeom prst="line">
                <a:avLst/>
              </a:prstGeom>
              <a:solidFill>
                <a:srgbClr val="C00000"/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3913" y="6374"/>
                <a:ext cx="1550" cy="814"/>
              </a:xfrm>
              <a:prstGeom prst="line">
                <a:avLst/>
              </a:prstGeom>
              <a:solidFill>
                <a:srgbClr val="C00000"/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4281" y="5958"/>
                <a:ext cx="794" cy="1647"/>
              </a:xfrm>
              <a:prstGeom prst="line">
                <a:avLst/>
              </a:prstGeom>
              <a:solidFill>
                <a:srgbClr val="C00000"/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0" name="直接连接符 9"/>
            <p:cNvCxnSpPr/>
            <p:nvPr/>
          </p:nvCxnSpPr>
          <p:spPr>
            <a:xfrm flipV="1">
              <a:off x="2305" y="3752"/>
              <a:ext cx="9978" cy="1608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 flipV="1">
              <a:off x="6606" y="1020"/>
              <a:ext cx="1143" cy="8080"/>
            </a:xfrm>
            <a:prstGeom prst="line">
              <a:avLst/>
            </a:prstGeom>
            <a:ln w="38100"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周章辰</cp:lastModifiedBy>
  <cp:revision>163</cp:revision>
  <dcterms:created xsi:type="dcterms:W3CDTF">2025-08-07T01:45:43Z</dcterms:created>
  <dcterms:modified xsi:type="dcterms:W3CDTF">2025-08-07T01:45:43Z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2E168918F59FCD87F503946898357C8A_41</vt:lpwstr>
  </property>
</Properties>
</file>