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219835" y="402590"/>
            <a:ext cx="10111740" cy="6087177"/>
            <a:chOff x="2808" y="1645"/>
            <a:chExt cx="13472" cy="6879"/>
          </a:xfrm>
        </p:grpSpPr>
        <p:sp>
          <p:nvSpPr>
            <p:cNvPr id="73" name="矩形: 圆角 72"/>
            <p:cNvSpPr/>
            <p:nvPr/>
          </p:nvSpPr>
          <p:spPr>
            <a:xfrm>
              <a:off x="5870" y="1648"/>
              <a:ext cx="7820" cy="2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0601" y="4994"/>
              <a:ext cx="1179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训练</a:t>
              </a:r>
              <a:endParaRPr lang="en-US" altLang="zh-CN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2"/>
                <p:cNvSpPr txBox="1"/>
                <p:nvPr/>
              </p:nvSpPr>
              <p:spPr>
                <a:xfrm>
                  <a:off x="9141" y="6142"/>
                  <a:ext cx="6420" cy="10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CN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zh-CN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zh-CN" altLang="en-US" sz="2200" dirty="0">
                    <a:solidFill>
                      <a:srgbClr val="000000"/>
                    </a:solidFill>
                    <a:latin typeface="Arial" panose="020B0604020202090204"/>
                    <a:ea typeface="微软雅黑"/>
                  </a:endParaRPr>
                </a:p>
              </p:txBody>
            </p:sp>
          </mc:Choice>
          <mc:Fallback>
            <p:sp>
              <p:nvSpPr>
                <p:cNvPr id="8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1" y="6142"/>
                  <a:ext cx="6420" cy="102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3538" y="5387"/>
              <a:ext cx="3464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参数量 </a:t>
              </a:r>
              <a:r>
                <a:rPr lang="en-US" altLang="zh-CN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&gt; </a:t>
              </a:r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样本数</a:t>
              </a:r>
              <a:endParaRPr lang="en-US" altLang="zh-CN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7177" y="5634"/>
              <a:ext cx="1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8651" y="5418"/>
              <a:ext cx="1179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多解</a:t>
              </a:r>
              <a:endParaRPr lang="en-US" altLang="zh-CN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10097" y="5634"/>
              <a:ext cx="21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12408" y="5387"/>
              <a:ext cx="2957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泛化性好的解</a:t>
              </a:r>
              <a:endParaRPr lang="en-US" altLang="zh-CN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437" y="2289"/>
              <a:ext cx="2468" cy="1546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2841" y="6583"/>
              <a:ext cx="6955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实际上，损失函数无显式正则项：</a:t>
              </a:r>
              <a:endParaRPr lang="en-US" altLang="zh-CN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808" y="7691"/>
              <a:ext cx="13472" cy="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0000FF"/>
                  </a:solidFill>
                  <a:latin typeface="Arial" panose="020B0604020202090204"/>
                  <a:ea typeface="微软雅黑"/>
                </a:rPr>
                <a:t>核心问题：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神经网络的</a:t>
              </a:r>
              <a:r>
                <a:rPr lang="zh-CN" altLang="en-US" sz="2800" b="1" dirty="0">
                  <a:solidFill>
                    <a:srgbClr val="A62038"/>
                  </a:solidFill>
                  <a:latin typeface="Arial" panose="020B0604020202090204"/>
                  <a:ea typeface="微软雅黑"/>
                </a:rPr>
                <a:t>隐式偏好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是什么？</a:t>
              </a:r>
              <a:r>
                <a:rPr lang="zh-CN" altLang="en-US" sz="2800" b="1" dirty="0">
                  <a:solidFill>
                    <a:srgbClr val="A62038"/>
                  </a:solidFill>
                  <a:latin typeface="Arial" panose="020B0604020202090204"/>
                  <a:ea typeface="微软雅黑"/>
                </a:rPr>
                <a:t>机制</a:t>
              </a:r>
              <a:r>
                <a:rPr lang="zh-CN" altLang="en-US" sz="28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是什么？</a:t>
              </a:r>
              <a:endParaRPr lang="en-US" altLang="zh-CN" sz="28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37" y="2260"/>
              <a:ext cx="2507" cy="1546"/>
            </a:xfrm>
            <a:prstGeom prst="rect">
              <a:avLst/>
            </a:prstGeom>
          </p:spPr>
        </p:pic>
        <p:sp>
          <p:nvSpPr>
            <p:cNvPr id="74" name="矩形: 圆角 73"/>
            <p:cNvSpPr/>
            <p:nvPr/>
          </p:nvSpPr>
          <p:spPr>
            <a:xfrm>
              <a:off x="3550" y="5179"/>
              <a:ext cx="3421" cy="8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81" name="直接箭头连接符 80"/>
            <p:cNvCxnSpPr/>
            <p:nvPr/>
          </p:nvCxnSpPr>
          <p:spPr>
            <a:xfrm flipV="1">
              <a:off x="9294" y="4299"/>
              <a:ext cx="0" cy="8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6018" y="1645"/>
              <a:ext cx="4770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训练误差</a:t>
              </a:r>
              <a:r>
                <a:rPr lang="en-US" altLang="zh-CN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=0</a:t>
              </a:r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的集合：</a:t>
              </a:r>
              <a:endParaRPr lang="en-US" altLang="zh-CN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2117" y="2670"/>
              <a:ext cx="1490" cy="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……</a:t>
              </a:r>
              <a:endParaRPr lang="en-US" altLang="zh-CN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</p:grp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18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Arial</vt:lpstr>
      <vt:lpstr>微软雅黑</vt:lpstr>
      <vt:lpstr>Cambria Math</vt:lpstr>
      <vt:lpstr>Kingsoft Math</vt:lpstr>
      <vt:lpstr>DejaVu Math TeX Gyre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163</cp:revision>
  <dcterms:created xsi:type="dcterms:W3CDTF">2025-08-03T05:01:11Z</dcterms:created>
  <dcterms:modified xsi:type="dcterms:W3CDTF">2025-08-03T05:01:11Z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064B723335E76C0DB3EA8E68E75BFFAB_43</vt:lpwstr>
  </property>
</Properties>
</file>