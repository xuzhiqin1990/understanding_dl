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/>
          <p:nvPr/>
        </p:nvCxnSpPr>
        <p:spPr>
          <a:xfrm>
            <a:off x="4427220" y="5029200"/>
            <a:ext cx="266763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4427220" y="614680"/>
            <a:ext cx="0" cy="44145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5210175" y="1247140"/>
            <a:ext cx="846455" cy="702945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>
            <a:stCxn id="6" idx="4"/>
          </p:cNvCxnSpPr>
          <p:nvPr/>
        </p:nvCxnSpPr>
        <p:spPr>
          <a:xfrm>
            <a:off x="5633720" y="1950085"/>
            <a:ext cx="0" cy="13811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082540" y="2468245"/>
            <a:ext cx="1149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4955540" y="3345180"/>
            <a:ext cx="682625" cy="16694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638165" y="3332480"/>
            <a:ext cx="673735" cy="16954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823075" y="1247140"/>
            <a:ext cx="1645920" cy="47498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>
            <a:stCxn id="11" idx="1"/>
          </p:cNvCxnSpPr>
          <p:nvPr/>
        </p:nvCxnSpPr>
        <p:spPr>
          <a:xfrm flipH="1">
            <a:off x="4427220" y="1484630"/>
            <a:ext cx="23958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464435" y="1247140"/>
            <a:ext cx="180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160</a:t>
            </a:r>
            <a:r>
              <a:rPr lang="zh-CN" altLang="en-US"/>
              <a:t>厘米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723765" y="5281295"/>
            <a:ext cx="180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演员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163</cp:revision>
  <dcterms:created xsi:type="dcterms:W3CDTF">2025-08-07T01:28:10Z</dcterms:created>
  <dcterms:modified xsi:type="dcterms:W3CDTF">2025-08-07T01:28:10Z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453FBA8882BA15192000946886B9F0DB_43</vt:lpwstr>
  </property>
</Properties>
</file>