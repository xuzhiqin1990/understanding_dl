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464435" y="614680"/>
            <a:ext cx="6004560" cy="5034836"/>
            <a:chOff x="1450" y="2324"/>
            <a:chExt cx="5506" cy="5128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3250" y="6820"/>
              <a:ext cx="244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V="1">
              <a:off x="3250" y="2324"/>
              <a:ext cx="0" cy="44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3968" y="3481"/>
              <a:ext cx="776" cy="71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6" idx="4"/>
            </p:cNvCxnSpPr>
            <p:nvPr/>
          </p:nvCxnSpPr>
          <p:spPr>
            <a:xfrm>
              <a:off x="4356" y="4197"/>
              <a:ext cx="0" cy="140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3851" y="4740"/>
              <a:ext cx="1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3734" y="5604"/>
              <a:ext cx="622" cy="12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378" y="5604"/>
              <a:ext cx="600" cy="12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5447" y="2968"/>
              <a:ext cx="1509" cy="48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>
              <a:stCxn id="11" idx="1"/>
            </p:cNvCxnSpPr>
            <p:nvPr/>
          </p:nvCxnSpPr>
          <p:spPr>
            <a:xfrm flipH="1">
              <a:off x="3250" y="3210"/>
              <a:ext cx="2197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450" y="2968"/>
              <a:ext cx="1653" cy="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160</a:t>
              </a:r>
              <a:r>
                <a:rPr lang="zh-CN" altLang="en-US"/>
                <a:t>厘米</a:t>
              </a:r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522" y="7077"/>
              <a:ext cx="1653" cy="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演员</a:t>
              </a: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江城圆体 400W</vt:lpstr>
      <vt:lpstr>冬青黑体简体中文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165</cp:revision>
  <dcterms:created xsi:type="dcterms:W3CDTF">2025-08-07T01:28:27Z</dcterms:created>
  <dcterms:modified xsi:type="dcterms:W3CDTF">2025-08-07T01:28:27Z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52F90AFEBE51A9E0150094687EEC9BA7_43</vt:lpwstr>
  </property>
</Properties>
</file>