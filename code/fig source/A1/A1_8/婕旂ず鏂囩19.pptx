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quadratic_los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72210"/>
            <a:ext cx="3993515" cy="3169920"/>
          </a:xfrm>
          <a:prstGeom prst="rect">
            <a:avLst/>
          </a:prstGeom>
        </p:spPr>
      </p:pic>
      <p:pic>
        <p:nvPicPr>
          <p:cNvPr id="5" name="图片 4" descr="quadratic_los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2105" y="1172210"/>
            <a:ext cx="3993515" cy="3169920"/>
          </a:xfrm>
          <a:prstGeom prst="rect">
            <a:avLst/>
          </a:prstGeom>
        </p:spPr>
      </p:pic>
      <p:pic>
        <p:nvPicPr>
          <p:cNvPr id="6" name="图片 5" descr="quadratic_los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5150" y="1172210"/>
            <a:ext cx="3993515" cy="31699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56005" y="692785"/>
            <a:ext cx="243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学习率过大</a:t>
            </a:r>
            <a:r>
              <a:rPr lang="en-US" altLang="zh-CN"/>
              <a:t>——</a:t>
            </a:r>
            <a:r>
              <a:rPr lang="zh-CN" altLang="en-US"/>
              <a:t>震荡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789805" y="692785"/>
            <a:ext cx="2957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学习率过小</a:t>
            </a:r>
            <a:r>
              <a:rPr lang="en-US" altLang="zh-CN"/>
              <a:t>——</a:t>
            </a:r>
            <a:r>
              <a:rPr lang="zh-CN" altLang="en-US"/>
              <a:t>收敛速度</a:t>
            </a:r>
            <a:r>
              <a:rPr lang="zh-CN" altLang="en-US"/>
              <a:t>慢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789670" y="692785"/>
            <a:ext cx="2957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自适应学习率</a:t>
            </a:r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734695" y="1742440"/>
            <a:ext cx="2883535" cy="279400"/>
          </a:xfrm>
          <a:prstGeom prst="straightConnector1">
            <a:avLst/>
          </a:prstGeom>
          <a:ln w="2540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749300" y="2032000"/>
            <a:ext cx="2676525" cy="276860"/>
          </a:xfrm>
          <a:prstGeom prst="straightConnector1">
            <a:avLst/>
          </a:prstGeom>
          <a:ln w="2540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V="1">
            <a:off x="1116965" y="2672080"/>
            <a:ext cx="2132330" cy="201295"/>
          </a:xfrm>
          <a:prstGeom prst="straightConnector1">
            <a:avLst/>
          </a:prstGeom>
          <a:ln w="2540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>
            <a:off x="1118235" y="2319020"/>
            <a:ext cx="2270760" cy="545465"/>
          </a:xfrm>
          <a:prstGeom prst="straightConnector1">
            <a:avLst/>
          </a:prstGeom>
          <a:ln w="2540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>
            <a:off x="7630795" y="1744980"/>
            <a:ext cx="142240" cy="384810"/>
          </a:xfrm>
          <a:prstGeom prst="straightConnector1">
            <a:avLst/>
          </a:prstGeom>
          <a:ln w="2540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>
            <a:off x="7501890" y="2129790"/>
            <a:ext cx="128905" cy="307975"/>
          </a:xfrm>
          <a:prstGeom prst="straightConnector1">
            <a:avLst/>
          </a:prstGeom>
          <a:ln w="2540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H="1">
            <a:off x="7365365" y="2437765"/>
            <a:ext cx="136525" cy="304165"/>
          </a:xfrm>
          <a:prstGeom prst="straightConnector1">
            <a:avLst/>
          </a:prstGeom>
          <a:ln w="2540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>
            <a:off x="7201535" y="2741930"/>
            <a:ext cx="163830" cy="300355"/>
          </a:xfrm>
          <a:prstGeom prst="straightConnector1">
            <a:avLst/>
          </a:prstGeom>
          <a:ln w="2540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>
            <a:off x="7033895" y="3042285"/>
            <a:ext cx="167640" cy="282575"/>
          </a:xfrm>
          <a:prstGeom prst="straightConnector1">
            <a:avLst/>
          </a:prstGeom>
          <a:ln w="2540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6830060" y="3324860"/>
            <a:ext cx="203835" cy="252095"/>
          </a:xfrm>
          <a:prstGeom prst="straightConnector1">
            <a:avLst/>
          </a:prstGeom>
          <a:ln w="2540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>
            <a:off x="6624320" y="3576955"/>
            <a:ext cx="205740" cy="175260"/>
          </a:xfrm>
          <a:prstGeom prst="straightConnector1">
            <a:avLst/>
          </a:prstGeom>
          <a:ln w="2540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H="1">
            <a:off x="6356985" y="3735070"/>
            <a:ext cx="292100" cy="123190"/>
          </a:xfrm>
          <a:prstGeom prst="straightConnector1">
            <a:avLst/>
          </a:prstGeom>
          <a:ln w="2540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H="1">
            <a:off x="11478260" y="1668780"/>
            <a:ext cx="365125" cy="915670"/>
          </a:xfrm>
          <a:prstGeom prst="straightConnector1">
            <a:avLst/>
          </a:prstGeom>
          <a:ln w="2540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H="1">
            <a:off x="11147425" y="2584450"/>
            <a:ext cx="330835" cy="622935"/>
          </a:xfrm>
          <a:prstGeom prst="straightConnector1">
            <a:avLst/>
          </a:prstGeom>
          <a:ln w="2540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H="1">
            <a:off x="10920095" y="3207385"/>
            <a:ext cx="227330" cy="307975"/>
          </a:xfrm>
          <a:prstGeom prst="straightConnector1">
            <a:avLst/>
          </a:prstGeom>
          <a:ln w="2540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>
            <a:off x="10716260" y="3497580"/>
            <a:ext cx="215900" cy="215900"/>
          </a:xfrm>
          <a:prstGeom prst="straightConnector1">
            <a:avLst/>
          </a:prstGeom>
          <a:ln w="2540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H="1">
            <a:off x="10518140" y="3713480"/>
            <a:ext cx="198120" cy="113665"/>
          </a:xfrm>
          <a:prstGeom prst="straightConnector1">
            <a:avLst/>
          </a:prstGeom>
          <a:ln w="2540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H="1">
            <a:off x="10358755" y="3827145"/>
            <a:ext cx="174625" cy="38735"/>
          </a:xfrm>
          <a:prstGeom prst="straightConnector1">
            <a:avLst/>
          </a:prstGeom>
          <a:ln w="2540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WPS 演示</Application>
  <PresentationFormat>宽屏</PresentationFormat>
  <Paragraphs>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宋体</vt:lpstr>
      <vt:lpstr>汉仪书宋二KW</vt:lpstr>
      <vt:lpstr>微软雅黑</vt:lpstr>
      <vt:lpstr>汉仪旗黑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zhouzhangchen</dc:creator>
  <cp:lastModifiedBy>周章辰</cp:lastModifiedBy>
  <cp:revision>162</cp:revision>
  <dcterms:created xsi:type="dcterms:W3CDTF">2025-08-08T01:56:38Z</dcterms:created>
  <dcterms:modified xsi:type="dcterms:W3CDTF">2025-08-08T01:56:38Z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2052-7.5.1.8994</vt:lpwstr>
  </property>
  <property fmtid="{D5CDD505-2E9C-101B-9397-08002B2CF9AE}" pid="3" name="ICV">
    <vt:lpwstr>31C459358653A123455995687CAF78E7_41</vt:lpwstr>
  </property>
</Properties>
</file>