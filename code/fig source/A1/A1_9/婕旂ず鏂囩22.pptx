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/>
          <p:cNvCxnSpPr>
            <a:stCxn id="2" idx="5"/>
          </p:cNvCxnSpPr>
          <p:nvPr/>
        </p:nvCxnSpPr>
        <p:spPr>
          <a:xfrm flipH="1" flipV="1">
            <a:off x="4043045" y="2697480"/>
            <a:ext cx="474980" cy="120015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3627120" y="2740025"/>
            <a:ext cx="415925" cy="97282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3333115" y="3052445"/>
            <a:ext cx="153035" cy="397510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3486150" y="3027680"/>
            <a:ext cx="140970" cy="654685"/>
          </a:xfrm>
          <a:prstGeom prst="straightConnector1">
            <a:avLst/>
          </a:prstGeom>
          <a:ln w="2540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513080" y="2336165"/>
            <a:ext cx="4692015" cy="182943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47420" y="2536825"/>
            <a:ext cx="3885565" cy="143383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96975" y="2740025"/>
            <a:ext cx="3371850" cy="1039495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543685" y="2983230"/>
            <a:ext cx="2657475" cy="62992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7009130" y="4057015"/>
            <a:ext cx="3566795" cy="4445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7007225" y="2105660"/>
            <a:ext cx="1905" cy="1951355"/>
          </a:xfrm>
          <a:prstGeom prst="straightConnector1">
            <a:avLst/>
          </a:prstGeom>
          <a:ln w="2540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6711950" y="1718945"/>
            <a:ext cx="97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loss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10638155" y="3897630"/>
            <a:ext cx="30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charset="-122"/>
                <a:ea typeface="微软雅黑" charset="-122"/>
              </a:rPr>
              <a:t>ɵ</a:t>
            </a:r>
            <a:endParaRPr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7193280" y="2459355"/>
            <a:ext cx="3278505" cy="1404620"/>
          </a:xfrm>
          <a:custGeom>
            <a:avLst/>
            <a:gdLst>
              <a:gd name="connisteX0" fmla="*/ 0 w 3150870"/>
              <a:gd name="connsiteY0" fmla="*/ 0 h 1166671"/>
              <a:gd name="connisteX1" fmla="*/ 782955 w 3150870"/>
              <a:gd name="connsiteY1" fmla="*/ 752475 h 1166671"/>
              <a:gd name="connisteX2" fmla="*/ 1199515 w 3150870"/>
              <a:gd name="connsiteY2" fmla="*/ 397510 h 1166671"/>
              <a:gd name="connisteX3" fmla="*/ 1651635 w 3150870"/>
              <a:gd name="connsiteY3" fmla="*/ 1162685 h 1166671"/>
              <a:gd name="connisteX4" fmla="*/ 2055495 w 3150870"/>
              <a:gd name="connsiteY4" fmla="*/ 648335 h 1166671"/>
              <a:gd name="connisteX5" fmla="*/ 2759075 w 3150870"/>
              <a:gd name="connsiteY5" fmla="*/ 526415 h 1166671"/>
              <a:gd name="connisteX6" fmla="*/ 3150870 w 3150870"/>
              <a:gd name="connsiteY6" fmla="*/ 12065 h 1166671"/>
              <a:gd name="connisteX7" fmla="*/ 3150870 w 3150870"/>
              <a:gd name="connsiteY7" fmla="*/ -24130 h 116667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rect l="l" t="t" r="r" b="b"/>
            <a:pathLst>
              <a:path w="3150870" h="1166671">
                <a:moveTo>
                  <a:pt x="0" y="0"/>
                </a:moveTo>
                <a:cubicBezTo>
                  <a:pt x="147955" y="157480"/>
                  <a:pt x="542925" y="673100"/>
                  <a:pt x="782955" y="752475"/>
                </a:cubicBezTo>
                <a:cubicBezTo>
                  <a:pt x="1022985" y="831850"/>
                  <a:pt x="1025525" y="315595"/>
                  <a:pt x="1199515" y="397510"/>
                </a:cubicBezTo>
                <a:cubicBezTo>
                  <a:pt x="1373505" y="479425"/>
                  <a:pt x="1480185" y="1112520"/>
                  <a:pt x="1651635" y="1162685"/>
                </a:cubicBezTo>
                <a:cubicBezTo>
                  <a:pt x="1823085" y="1212850"/>
                  <a:pt x="1833880" y="775335"/>
                  <a:pt x="2055495" y="648335"/>
                </a:cubicBezTo>
                <a:cubicBezTo>
                  <a:pt x="2277110" y="521335"/>
                  <a:pt x="2540000" y="653415"/>
                  <a:pt x="2759075" y="526415"/>
                </a:cubicBezTo>
                <a:cubicBezTo>
                  <a:pt x="2978150" y="399415"/>
                  <a:pt x="3072765" y="121920"/>
                  <a:pt x="3150870" y="12065"/>
                </a:cubicBezTo>
              </a:path>
            </a:pathLst>
          </a:cu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345680" y="2527935"/>
            <a:ext cx="180000" cy="180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7569200" y="2816860"/>
            <a:ext cx="180000" cy="180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7761605" y="3044190"/>
            <a:ext cx="180000" cy="180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1"/>
            </p:custDataLst>
          </p:nvPr>
        </p:nvSpPr>
        <p:spPr>
          <a:xfrm>
            <a:off x="7967980" y="3187700"/>
            <a:ext cx="180000" cy="180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"/>
            </p:custDataLst>
          </p:nvPr>
        </p:nvCxnSpPr>
        <p:spPr>
          <a:xfrm>
            <a:off x="8068945" y="3277235"/>
            <a:ext cx="157480" cy="635"/>
          </a:xfrm>
          <a:prstGeom prst="straightConnector1">
            <a:avLst/>
          </a:prstGeom>
          <a:ln w="12700" cap="rnd">
            <a:solidFill>
              <a:schemeClr val="accent6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>
            <p:custDataLst>
              <p:tags r:id="rId3"/>
            </p:custDataLst>
          </p:nvPr>
        </p:nvCxnSpPr>
        <p:spPr>
          <a:xfrm>
            <a:off x="7856220" y="3138170"/>
            <a:ext cx="135890" cy="117475"/>
          </a:xfrm>
          <a:prstGeom prst="straightConnector1">
            <a:avLst/>
          </a:prstGeom>
          <a:ln w="12700" cap="rnd">
            <a:solidFill>
              <a:schemeClr val="accent6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4"/>
            </p:custDataLst>
          </p:nvPr>
        </p:nvCxnSpPr>
        <p:spPr>
          <a:xfrm>
            <a:off x="7663815" y="2912110"/>
            <a:ext cx="107950" cy="132715"/>
          </a:xfrm>
          <a:prstGeom prst="straightConnector1">
            <a:avLst/>
          </a:prstGeom>
          <a:ln w="12700" cap="rnd">
            <a:solidFill>
              <a:schemeClr val="accent6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5"/>
            </p:custDataLst>
          </p:nvPr>
        </p:nvCxnSpPr>
        <p:spPr>
          <a:xfrm>
            <a:off x="7437120" y="2624455"/>
            <a:ext cx="140335" cy="180975"/>
          </a:xfrm>
          <a:prstGeom prst="straightConnector1">
            <a:avLst/>
          </a:prstGeom>
          <a:ln w="12700" cap="rnd">
            <a:solidFill>
              <a:schemeClr val="accent6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周章辰</cp:lastModifiedBy>
  <cp:revision>162</cp:revision>
  <dcterms:created xsi:type="dcterms:W3CDTF">2025-08-08T01:57:00Z</dcterms:created>
  <dcterms:modified xsi:type="dcterms:W3CDTF">2025-08-08T01:57:00Z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0BB022F40D3E39DE5F59956807A33849_41</vt:lpwstr>
  </property>
</Properties>
</file>