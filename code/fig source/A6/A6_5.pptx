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D78E"/>
    <a:srgbClr val="F5B482"/>
    <a:srgbClr val="B6C7EA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1"/>
        <p:guide pos="385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8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26"/>
          <p:cNvCxnSpPr>
            <a:stCxn id="6" idx="2"/>
            <a:endCxn id="4" idx="6"/>
          </p:cNvCxnSpPr>
          <p:nvPr/>
        </p:nvCxnSpPr>
        <p:spPr>
          <a:xfrm flipH="1">
            <a:off x="3123565" y="890270"/>
            <a:ext cx="887095" cy="145034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6" idx="2"/>
            <a:endCxn id="5" idx="6"/>
          </p:cNvCxnSpPr>
          <p:nvPr/>
        </p:nvCxnSpPr>
        <p:spPr>
          <a:xfrm flipH="1">
            <a:off x="3123565" y="890270"/>
            <a:ext cx="887095" cy="23126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8" idx="2"/>
            <a:endCxn id="4" idx="6"/>
          </p:cNvCxnSpPr>
          <p:nvPr/>
        </p:nvCxnSpPr>
        <p:spPr>
          <a:xfrm flipH="1">
            <a:off x="3123565" y="1510665"/>
            <a:ext cx="887095" cy="82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7" idx="2"/>
            <a:endCxn id="4" idx="6"/>
          </p:cNvCxnSpPr>
          <p:nvPr/>
        </p:nvCxnSpPr>
        <p:spPr>
          <a:xfrm flipH="1">
            <a:off x="3123565" y="2131060"/>
            <a:ext cx="887095" cy="2095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18" idx="2"/>
            <a:endCxn id="4" idx="6"/>
          </p:cNvCxnSpPr>
          <p:nvPr/>
        </p:nvCxnSpPr>
        <p:spPr>
          <a:xfrm flipH="1" flipV="1">
            <a:off x="3123565" y="2340610"/>
            <a:ext cx="880745" cy="107188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20" idx="2"/>
            <a:endCxn id="4" idx="6"/>
          </p:cNvCxnSpPr>
          <p:nvPr/>
        </p:nvCxnSpPr>
        <p:spPr>
          <a:xfrm flipH="1" flipV="1">
            <a:off x="3123565" y="2340610"/>
            <a:ext cx="880745" cy="169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9" idx="2"/>
            <a:endCxn id="4" idx="6"/>
          </p:cNvCxnSpPr>
          <p:nvPr/>
        </p:nvCxnSpPr>
        <p:spPr>
          <a:xfrm flipH="1" flipV="1">
            <a:off x="3123565" y="2340610"/>
            <a:ext cx="880745" cy="23126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19" idx="2"/>
            <a:endCxn id="5" idx="6"/>
          </p:cNvCxnSpPr>
          <p:nvPr/>
        </p:nvCxnSpPr>
        <p:spPr>
          <a:xfrm flipH="1" flipV="1">
            <a:off x="3123565" y="3202940"/>
            <a:ext cx="880745" cy="145034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>
            <a:stCxn id="20" idx="2"/>
            <a:endCxn id="5" idx="6"/>
          </p:cNvCxnSpPr>
          <p:nvPr/>
        </p:nvCxnSpPr>
        <p:spPr>
          <a:xfrm flipH="1" flipV="1">
            <a:off x="3123565" y="3202940"/>
            <a:ext cx="880745" cy="8299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18" idx="2"/>
            <a:endCxn id="5" idx="6"/>
          </p:cNvCxnSpPr>
          <p:nvPr/>
        </p:nvCxnSpPr>
        <p:spPr>
          <a:xfrm flipH="1" flipV="1">
            <a:off x="3123565" y="3202940"/>
            <a:ext cx="880745" cy="20955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7" idx="2"/>
            <a:endCxn id="5" idx="6"/>
          </p:cNvCxnSpPr>
          <p:nvPr/>
        </p:nvCxnSpPr>
        <p:spPr>
          <a:xfrm flipH="1">
            <a:off x="3123565" y="2131060"/>
            <a:ext cx="887095" cy="107188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8" idx="2"/>
            <a:endCxn id="5" idx="6"/>
          </p:cNvCxnSpPr>
          <p:nvPr/>
        </p:nvCxnSpPr>
        <p:spPr>
          <a:xfrm flipH="1">
            <a:off x="3123565" y="1510665"/>
            <a:ext cx="887095" cy="1692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4370705" y="890270"/>
            <a:ext cx="628650" cy="1240790"/>
            <a:chOff x="6883" y="1402"/>
            <a:chExt cx="990" cy="1954"/>
          </a:xfrm>
        </p:grpSpPr>
        <p:cxnSp>
          <p:nvCxnSpPr>
            <p:cNvPr id="39" name="直接连接符 38"/>
            <p:cNvCxnSpPr>
              <a:stCxn id="9" idx="2"/>
              <a:endCxn id="6" idx="6"/>
            </p:cNvCxnSpPr>
            <p:nvPr/>
          </p:nvCxnSpPr>
          <p:spPr>
            <a:xfrm flipH="1">
              <a:off x="6883" y="1402"/>
              <a:ext cx="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>
              <a:stCxn id="11" idx="2"/>
              <a:endCxn id="6" idx="6"/>
            </p:cNvCxnSpPr>
            <p:nvPr/>
          </p:nvCxnSpPr>
          <p:spPr>
            <a:xfrm flipH="1" flipV="1">
              <a:off x="6883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stCxn id="10" idx="2"/>
              <a:endCxn id="6" idx="6"/>
            </p:cNvCxnSpPr>
            <p:nvPr/>
          </p:nvCxnSpPr>
          <p:spPr>
            <a:xfrm flipH="1" flipV="1">
              <a:off x="6883" y="1402"/>
              <a:ext cx="991" cy="19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>
              <a:stCxn id="9" idx="2"/>
              <a:endCxn id="8" idx="6"/>
            </p:cNvCxnSpPr>
            <p:nvPr/>
          </p:nvCxnSpPr>
          <p:spPr>
            <a:xfrm flipH="1">
              <a:off x="6883" y="1402"/>
              <a:ext cx="991" cy="9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11" idx="2"/>
              <a:endCxn id="8" idx="6"/>
            </p:cNvCxnSpPr>
            <p:nvPr/>
          </p:nvCxnSpPr>
          <p:spPr>
            <a:xfrm flipH="1">
              <a:off x="6883" y="2379"/>
              <a:ext cx="991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10" idx="2"/>
              <a:endCxn id="8" idx="6"/>
            </p:cNvCxnSpPr>
            <p:nvPr/>
          </p:nvCxnSpPr>
          <p:spPr>
            <a:xfrm flipH="1" flipV="1">
              <a:off x="6883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10" idx="2"/>
              <a:endCxn id="7" idx="6"/>
            </p:cNvCxnSpPr>
            <p:nvPr/>
          </p:nvCxnSpPr>
          <p:spPr>
            <a:xfrm flipH="1">
              <a:off x="6883" y="3356"/>
              <a:ext cx="9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>
              <a:stCxn id="11" idx="2"/>
              <a:endCxn id="7" idx="6"/>
            </p:cNvCxnSpPr>
            <p:nvPr/>
          </p:nvCxnSpPr>
          <p:spPr>
            <a:xfrm flipH="1">
              <a:off x="6883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stCxn id="9" idx="2"/>
              <a:endCxn id="7" idx="6"/>
            </p:cNvCxnSpPr>
            <p:nvPr/>
          </p:nvCxnSpPr>
          <p:spPr>
            <a:xfrm flipH="1">
              <a:off x="6883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5368925" y="890270"/>
            <a:ext cx="628650" cy="1240790"/>
            <a:chOff x="8455" y="1402"/>
            <a:chExt cx="990" cy="1954"/>
          </a:xfrm>
        </p:grpSpPr>
        <p:cxnSp>
          <p:nvCxnSpPr>
            <p:cNvPr id="93" name="直接连接符 92"/>
            <p:cNvCxnSpPr/>
            <p:nvPr/>
          </p:nvCxnSpPr>
          <p:spPr>
            <a:xfrm flipH="1">
              <a:off x="8455" y="1402"/>
              <a:ext cx="9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 flipV="1">
              <a:off x="8455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 flipV="1">
              <a:off x="8455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8455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8455" y="2379"/>
              <a:ext cx="9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 flipV="1">
              <a:off x="8455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8455" y="3356"/>
              <a:ext cx="9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8455" y="2379"/>
              <a:ext cx="991" cy="9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8455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02" name="椭圆 101"/>
          <p:cNvSpPr/>
          <p:nvPr/>
        </p:nvSpPr>
        <p:spPr>
          <a:xfrm>
            <a:off x="7336790" y="2591435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3" name="直接连接符 102"/>
          <p:cNvCxnSpPr>
            <a:stCxn id="102" idx="2"/>
            <a:endCxn id="12" idx="6"/>
          </p:cNvCxnSpPr>
          <p:nvPr/>
        </p:nvCxnSpPr>
        <p:spPr>
          <a:xfrm flipH="1" flipV="1">
            <a:off x="6358255" y="890270"/>
            <a:ext cx="978535" cy="1881505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102" idx="2"/>
            <a:endCxn id="14" idx="6"/>
          </p:cNvCxnSpPr>
          <p:nvPr/>
        </p:nvCxnSpPr>
        <p:spPr>
          <a:xfrm flipH="1" flipV="1">
            <a:off x="6358255" y="1510665"/>
            <a:ext cx="978535" cy="126111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连接符 104"/>
          <p:cNvCxnSpPr>
            <a:stCxn id="102" idx="2"/>
            <a:endCxn id="13" idx="6"/>
          </p:cNvCxnSpPr>
          <p:nvPr/>
        </p:nvCxnSpPr>
        <p:spPr>
          <a:xfrm flipH="1" flipV="1">
            <a:off x="6358255" y="2131060"/>
            <a:ext cx="978535" cy="640715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连接符 105"/>
          <p:cNvCxnSpPr>
            <a:stCxn id="102" idx="2"/>
            <a:endCxn id="24" idx="6"/>
          </p:cNvCxnSpPr>
          <p:nvPr/>
        </p:nvCxnSpPr>
        <p:spPr>
          <a:xfrm flipH="1">
            <a:off x="6351905" y="2771775"/>
            <a:ext cx="984885" cy="640715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连接符 106"/>
          <p:cNvCxnSpPr>
            <a:stCxn id="102" idx="2"/>
            <a:endCxn id="26" idx="6"/>
          </p:cNvCxnSpPr>
          <p:nvPr/>
        </p:nvCxnSpPr>
        <p:spPr>
          <a:xfrm flipH="1">
            <a:off x="6351905" y="2771775"/>
            <a:ext cx="984885" cy="126111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102" idx="2"/>
            <a:endCxn id="25" idx="6"/>
          </p:cNvCxnSpPr>
          <p:nvPr/>
        </p:nvCxnSpPr>
        <p:spPr>
          <a:xfrm flipH="1">
            <a:off x="6351905" y="2771775"/>
            <a:ext cx="984885" cy="1881505"/>
          </a:xfrm>
          <a:prstGeom prst="line">
            <a:avLst/>
          </a:prstGeom>
          <a:ln w="31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 flipV="1">
            <a:off x="5368925" y="3412490"/>
            <a:ext cx="628650" cy="1240790"/>
            <a:chOff x="8455" y="1402"/>
            <a:chExt cx="990" cy="1954"/>
          </a:xfrm>
        </p:grpSpPr>
        <p:cxnSp>
          <p:nvCxnSpPr>
            <p:cNvPr id="48" name="直接连接符 47"/>
            <p:cNvCxnSpPr/>
            <p:nvPr/>
          </p:nvCxnSpPr>
          <p:spPr>
            <a:xfrm flipH="1">
              <a:off x="8455" y="1402"/>
              <a:ext cx="9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 flipV="1">
              <a:off x="8455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 flipV="1">
              <a:off x="8455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8455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8455" y="2379"/>
              <a:ext cx="9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 flipV="1">
              <a:off x="8455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8455" y="3356"/>
              <a:ext cx="9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8455" y="2379"/>
              <a:ext cx="991" cy="9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8455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7" name="组合 56"/>
          <p:cNvGrpSpPr/>
          <p:nvPr/>
        </p:nvGrpSpPr>
        <p:grpSpPr>
          <a:xfrm flipV="1">
            <a:off x="4364355" y="3412490"/>
            <a:ext cx="628650" cy="1240790"/>
            <a:chOff x="6883" y="1402"/>
            <a:chExt cx="990" cy="1954"/>
          </a:xfrm>
        </p:grpSpPr>
        <p:cxnSp>
          <p:nvCxnSpPr>
            <p:cNvPr id="58" name="直接连接符 57"/>
            <p:cNvCxnSpPr/>
            <p:nvPr/>
          </p:nvCxnSpPr>
          <p:spPr>
            <a:xfrm flipH="1">
              <a:off x="6883" y="1402"/>
              <a:ext cx="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 flipV="1">
              <a:off x="6883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 flipV="1">
              <a:off x="6883" y="1402"/>
              <a:ext cx="991" cy="19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6883" y="1402"/>
              <a:ext cx="991" cy="9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6883" y="2379"/>
              <a:ext cx="991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 flipV="1">
              <a:off x="6883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6883" y="3356"/>
              <a:ext cx="9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6883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6883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2" name="椭圆 11"/>
          <p:cNvSpPr/>
          <p:nvPr/>
        </p:nvSpPr>
        <p:spPr>
          <a:xfrm>
            <a:off x="5998210" y="70993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5998210" y="195072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5998210" y="1330325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5991860" y="3232150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5991860" y="4472940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5991860" y="3852545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999990" y="70993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999990" y="195072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4999990" y="1330325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4993640" y="3232150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4993640" y="4472940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4993640" y="3852545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010660" y="70993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010660" y="195072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4010660" y="1330325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4004310" y="3232150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4004310" y="4472940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4004310" y="3852545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763520" y="2160270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763520" y="3022600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26"/>
          <p:cNvCxnSpPr>
            <a:stCxn id="6" idx="2"/>
            <a:endCxn id="4" idx="6"/>
          </p:cNvCxnSpPr>
          <p:nvPr/>
        </p:nvCxnSpPr>
        <p:spPr>
          <a:xfrm flipH="1">
            <a:off x="3044190" y="3263900"/>
            <a:ext cx="568960" cy="26035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连接符 27"/>
          <p:cNvCxnSpPr>
            <a:stCxn id="6" idx="2"/>
            <a:endCxn id="5" idx="6"/>
          </p:cNvCxnSpPr>
          <p:nvPr/>
        </p:nvCxnSpPr>
        <p:spPr>
          <a:xfrm flipH="1">
            <a:off x="3044190" y="3263900"/>
            <a:ext cx="568960" cy="11226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8" idx="2"/>
            <a:endCxn id="4" idx="6"/>
          </p:cNvCxnSpPr>
          <p:nvPr/>
        </p:nvCxnSpPr>
        <p:spPr>
          <a:xfrm flipH="1" flipV="1">
            <a:off x="3044190" y="3524250"/>
            <a:ext cx="568960" cy="3600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7" idx="2"/>
            <a:endCxn id="4" idx="6"/>
          </p:cNvCxnSpPr>
          <p:nvPr/>
        </p:nvCxnSpPr>
        <p:spPr>
          <a:xfrm flipH="1" flipV="1">
            <a:off x="3044190" y="3524250"/>
            <a:ext cx="568960" cy="9804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7" idx="2"/>
            <a:endCxn id="5" idx="6"/>
          </p:cNvCxnSpPr>
          <p:nvPr/>
        </p:nvCxnSpPr>
        <p:spPr>
          <a:xfrm flipH="1" flipV="1">
            <a:off x="3044190" y="4386580"/>
            <a:ext cx="568960" cy="11811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8" idx="2"/>
            <a:endCxn id="5" idx="6"/>
          </p:cNvCxnSpPr>
          <p:nvPr/>
        </p:nvCxnSpPr>
        <p:spPr>
          <a:xfrm flipH="1">
            <a:off x="3044190" y="3884295"/>
            <a:ext cx="568960" cy="5022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3973195" y="3263900"/>
            <a:ext cx="278130" cy="1240790"/>
            <a:chOff x="6883" y="1402"/>
            <a:chExt cx="438" cy="1954"/>
          </a:xfrm>
        </p:grpSpPr>
        <p:cxnSp>
          <p:nvCxnSpPr>
            <p:cNvPr id="39" name="直接连接符 38"/>
            <p:cNvCxnSpPr>
              <a:stCxn id="9" idx="2"/>
              <a:endCxn id="6" idx="6"/>
            </p:cNvCxnSpPr>
            <p:nvPr/>
          </p:nvCxnSpPr>
          <p:spPr>
            <a:xfrm flipH="1">
              <a:off x="6883" y="1402"/>
              <a:ext cx="4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>
              <a:stCxn id="11" idx="2"/>
              <a:endCxn id="6" idx="6"/>
            </p:cNvCxnSpPr>
            <p:nvPr/>
          </p:nvCxnSpPr>
          <p:spPr>
            <a:xfrm flipH="1" flipV="1">
              <a:off x="6883" y="1402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stCxn id="10" idx="2"/>
              <a:endCxn id="6" idx="6"/>
            </p:cNvCxnSpPr>
            <p:nvPr/>
          </p:nvCxnSpPr>
          <p:spPr>
            <a:xfrm flipH="1" flipV="1">
              <a:off x="6883" y="1402"/>
              <a:ext cx="438" cy="19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>
              <a:stCxn id="9" idx="2"/>
              <a:endCxn id="8" idx="6"/>
            </p:cNvCxnSpPr>
            <p:nvPr/>
          </p:nvCxnSpPr>
          <p:spPr>
            <a:xfrm flipH="1">
              <a:off x="6883" y="1402"/>
              <a:ext cx="438" cy="9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11" idx="2"/>
              <a:endCxn id="8" idx="6"/>
            </p:cNvCxnSpPr>
            <p:nvPr/>
          </p:nvCxnSpPr>
          <p:spPr>
            <a:xfrm flipH="1">
              <a:off x="6883" y="2379"/>
              <a:ext cx="43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10" idx="2"/>
              <a:endCxn id="8" idx="6"/>
            </p:cNvCxnSpPr>
            <p:nvPr/>
          </p:nvCxnSpPr>
          <p:spPr>
            <a:xfrm flipH="1" flipV="1">
              <a:off x="6883" y="2379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10" idx="2"/>
              <a:endCxn id="7" idx="6"/>
            </p:cNvCxnSpPr>
            <p:nvPr/>
          </p:nvCxnSpPr>
          <p:spPr>
            <a:xfrm flipH="1">
              <a:off x="6883" y="3356"/>
              <a:ext cx="4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>
              <a:stCxn id="11" idx="2"/>
              <a:endCxn id="7" idx="6"/>
            </p:cNvCxnSpPr>
            <p:nvPr/>
          </p:nvCxnSpPr>
          <p:spPr>
            <a:xfrm flipH="1">
              <a:off x="6883" y="2379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stCxn id="9" idx="2"/>
              <a:endCxn id="7" idx="6"/>
            </p:cNvCxnSpPr>
            <p:nvPr/>
          </p:nvCxnSpPr>
          <p:spPr>
            <a:xfrm flipH="1">
              <a:off x="6883" y="1402"/>
              <a:ext cx="438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02" name="椭圆 101"/>
          <p:cNvSpPr/>
          <p:nvPr/>
        </p:nvSpPr>
        <p:spPr>
          <a:xfrm>
            <a:off x="7164705" y="3747135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3" name="直接连接符 102"/>
          <p:cNvCxnSpPr>
            <a:stCxn id="102" idx="2"/>
            <a:endCxn id="12" idx="6"/>
          </p:cNvCxnSpPr>
          <p:nvPr/>
        </p:nvCxnSpPr>
        <p:spPr>
          <a:xfrm flipH="1" flipV="1">
            <a:off x="6540500" y="3307080"/>
            <a:ext cx="624205" cy="620395"/>
          </a:xfrm>
          <a:prstGeom prst="line">
            <a:avLst/>
          </a:prstGeom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连接符 103"/>
          <p:cNvCxnSpPr>
            <a:stCxn id="102" idx="2"/>
            <a:endCxn id="14" idx="6"/>
          </p:cNvCxnSpPr>
          <p:nvPr/>
        </p:nvCxnSpPr>
        <p:spPr>
          <a:xfrm flipH="1">
            <a:off x="6540500" y="3927475"/>
            <a:ext cx="624205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连接符 104"/>
          <p:cNvCxnSpPr>
            <a:stCxn id="102" idx="2"/>
            <a:endCxn id="13" idx="6"/>
          </p:cNvCxnSpPr>
          <p:nvPr/>
        </p:nvCxnSpPr>
        <p:spPr>
          <a:xfrm flipH="1">
            <a:off x="6540500" y="3927475"/>
            <a:ext cx="624205" cy="620395"/>
          </a:xfrm>
          <a:prstGeom prst="lin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椭圆 11"/>
          <p:cNvSpPr/>
          <p:nvPr/>
        </p:nvSpPr>
        <p:spPr>
          <a:xfrm>
            <a:off x="6180455" y="312674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6180455" y="436753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6180455" y="3747135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4251325" y="308356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4251325" y="432435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4251325" y="3703955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613150" y="308356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3613150" y="432435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613150" y="3703955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2684145" y="3343910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2684145" y="4206240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5263515" y="3263900"/>
            <a:ext cx="278130" cy="1240790"/>
            <a:chOff x="6883" y="1402"/>
            <a:chExt cx="438" cy="1954"/>
          </a:xfrm>
        </p:grpSpPr>
        <p:cxnSp>
          <p:nvCxnSpPr>
            <p:cNvPr id="3" name="直接连接符 2"/>
            <p:cNvCxnSpPr>
              <a:stCxn id="75" idx="2"/>
              <a:endCxn id="78" idx="6"/>
            </p:cNvCxnSpPr>
            <p:nvPr/>
          </p:nvCxnSpPr>
          <p:spPr>
            <a:xfrm flipH="1">
              <a:off x="6883" y="1402"/>
              <a:ext cx="4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>
              <a:stCxn id="77" idx="2"/>
              <a:endCxn id="78" idx="6"/>
            </p:cNvCxnSpPr>
            <p:nvPr/>
          </p:nvCxnSpPr>
          <p:spPr>
            <a:xfrm flipH="1" flipV="1">
              <a:off x="6883" y="1402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>
              <a:stCxn id="76" idx="2"/>
              <a:endCxn id="78" idx="6"/>
            </p:cNvCxnSpPr>
            <p:nvPr/>
          </p:nvCxnSpPr>
          <p:spPr>
            <a:xfrm flipH="1" flipV="1">
              <a:off x="6883" y="1402"/>
              <a:ext cx="438" cy="19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>
              <a:stCxn id="75" idx="2"/>
              <a:endCxn id="80" idx="6"/>
            </p:cNvCxnSpPr>
            <p:nvPr/>
          </p:nvCxnSpPr>
          <p:spPr>
            <a:xfrm flipH="1">
              <a:off x="6883" y="1402"/>
              <a:ext cx="438" cy="9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>
              <a:stCxn id="77" idx="2"/>
              <a:endCxn id="80" idx="6"/>
            </p:cNvCxnSpPr>
            <p:nvPr/>
          </p:nvCxnSpPr>
          <p:spPr>
            <a:xfrm flipH="1">
              <a:off x="6883" y="2379"/>
              <a:ext cx="43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>
              <a:stCxn id="76" idx="2"/>
              <a:endCxn id="80" idx="6"/>
            </p:cNvCxnSpPr>
            <p:nvPr/>
          </p:nvCxnSpPr>
          <p:spPr>
            <a:xfrm flipH="1" flipV="1">
              <a:off x="6883" y="2379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>
              <a:stCxn id="76" idx="2"/>
              <a:endCxn id="79" idx="6"/>
            </p:cNvCxnSpPr>
            <p:nvPr/>
          </p:nvCxnSpPr>
          <p:spPr>
            <a:xfrm flipH="1">
              <a:off x="6883" y="3356"/>
              <a:ext cx="4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>
              <a:stCxn id="77" idx="2"/>
              <a:endCxn id="79" idx="6"/>
            </p:cNvCxnSpPr>
            <p:nvPr/>
          </p:nvCxnSpPr>
          <p:spPr>
            <a:xfrm flipH="1">
              <a:off x="6883" y="2379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>
              <a:stCxn id="75" idx="2"/>
              <a:endCxn id="79" idx="6"/>
            </p:cNvCxnSpPr>
            <p:nvPr/>
          </p:nvCxnSpPr>
          <p:spPr>
            <a:xfrm flipH="1">
              <a:off x="6883" y="1402"/>
              <a:ext cx="438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75" name="椭圆 74"/>
          <p:cNvSpPr/>
          <p:nvPr/>
        </p:nvSpPr>
        <p:spPr>
          <a:xfrm>
            <a:off x="5541645" y="308356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椭圆 75"/>
          <p:cNvSpPr/>
          <p:nvPr/>
        </p:nvSpPr>
        <p:spPr>
          <a:xfrm>
            <a:off x="5541645" y="432435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椭圆 76"/>
          <p:cNvSpPr/>
          <p:nvPr/>
        </p:nvSpPr>
        <p:spPr>
          <a:xfrm>
            <a:off x="5541645" y="3703955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椭圆 77"/>
          <p:cNvSpPr/>
          <p:nvPr/>
        </p:nvSpPr>
        <p:spPr>
          <a:xfrm>
            <a:off x="4903470" y="308356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椭圆 78"/>
          <p:cNvSpPr/>
          <p:nvPr/>
        </p:nvSpPr>
        <p:spPr>
          <a:xfrm>
            <a:off x="4903470" y="432435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椭圆 79"/>
          <p:cNvSpPr/>
          <p:nvPr/>
        </p:nvSpPr>
        <p:spPr>
          <a:xfrm>
            <a:off x="4903470" y="3703955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1" name="组合 80"/>
          <p:cNvGrpSpPr/>
          <p:nvPr/>
        </p:nvGrpSpPr>
        <p:grpSpPr>
          <a:xfrm>
            <a:off x="4611370" y="3263900"/>
            <a:ext cx="278130" cy="1240790"/>
            <a:chOff x="6883" y="1402"/>
            <a:chExt cx="438" cy="1954"/>
          </a:xfrm>
        </p:grpSpPr>
        <p:cxnSp>
          <p:nvCxnSpPr>
            <p:cNvPr id="82" name="直接连接符 81"/>
            <p:cNvCxnSpPr/>
            <p:nvPr/>
          </p:nvCxnSpPr>
          <p:spPr>
            <a:xfrm flipH="1">
              <a:off x="6883" y="1402"/>
              <a:ext cx="4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 flipV="1">
              <a:off x="6883" y="1402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 flipV="1">
              <a:off x="6883" y="1402"/>
              <a:ext cx="438" cy="19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直接连接符 84"/>
            <p:cNvCxnSpPr/>
            <p:nvPr/>
          </p:nvCxnSpPr>
          <p:spPr>
            <a:xfrm flipH="1">
              <a:off x="6883" y="1402"/>
              <a:ext cx="438" cy="9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" name="直接连接符 85"/>
            <p:cNvCxnSpPr/>
            <p:nvPr/>
          </p:nvCxnSpPr>
          <p:spPr>
            <a:xfrm flipH="1">
              <a:off x="6883" y="2379"/>
              <a:ext cx="43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7" name="直接连接符 86"/>
            <p:cNvCxnSpPr/>
            <p:nvPr/>
          </p:nvCxnSpPr>
          <p:spPr>
            <a:xfrm flipH="1" flipV="1">
              <a:off x="6883" y="2379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 flipH="1">
              <a:off x="6883" y="3356"/>
              <a:ext cx="4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/>
          </p:nvCxnSpPr>
          <p:spPr>
            <a:xfrm flipH="1">
              <a:off x="6883" y="2379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H="1">
              <a:off x="6883" y="1402"/>
              <a:ext cx="438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/>
        </p:nvGrpSpPr>
        <p:grpSpPr>
          <a:xfrm>
            <a:off x="5901690" y="3263900"/>
            <a:ext cx="278130" cy="1240790"/>
            <a:chOff x="6883" y="1402"/>
            <a:chExt cx="438" cy="1954"/>
          </a:xfrm>
        </p:grpSpPr>
        <p:cxnSp>
          <p:nvCxnSpPr>
            <p:cNvPr id="92" name="直接连接符 91"/>
            <p:cNvCxnSpPr/>
            <p:nvPr/>
          </p:nvCxnSpPr>
          <p:spPr>
            <a:xfrm flipH="1">
              <a:off x="6883" y="1402"/>
              <a:ext cx="438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9" name="直接连接符 108"/>
            <p:cNvCxnSpPr/>
            <p:nvPr/>
          </p:nvCxnSpPr>
          <p:spPr>
            <a:xfrm flipH="1" flipV="1">
              <a:off x="6883" y="1402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0" name="直接连接符 109"/>
            <p:cNvCxnSpPr/>
            <p:nvPr/>
          </p:nvCxnSpPr>
          <p:spPr>
            <a:xfrm flipH="1" flipV="1">
              <a:off x="6883" y="1402"/>
              <a:ext cx="438" cy="19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1" name="直接连接符 110"/>
            <p:cNvCxnSpPr/>
            <p:nvPr/>
          </p:nvCxnSpPr>
          <p:spPr>
            <a:xfrm flipH="1">
              <a:off x="6883" y="1402"/>
              <a:ext cx="438" cy="9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/>
          </p:nvCxnSpPr>
          <p:spPr>
            <a:xfrm flipH="1">
              <a:off x="6883" y="2379"/>
              <a:ext cx="438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 flipH="1" flipV="1">
              <a:off x="6883" y="2379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/>
          </p:nvCxnSpPr>
          <p:spPr>
            <a:xfrm flipH="1">
              <a:off x="6883" y="3356"/>
              <a:ext cx="43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/>
          </p:nvCxnSpPr>
          <p:spPr>
            <a:xfrm flipH="1">
              <a:off x="6883" y="2379"/>
              <a:ext cx="438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/>
          </p:nvCxnSpPr>
          <p:spPr>
            <a:xfrm flipH="1">
              <a:off x="6883" y="1402"/>
              <a:ext cx="438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接连接符 30"/>
          <p:cNvCxnSpPr>
            <a:stCxn id="18" idx="2"/>
          </p:cNvCxnSpPr>
          <p:nvPr/>
        </p:nvCxnSpPr>
        <p:spPr>
          <a:xfrm flipH="1">
            <a:off x="4210685" y="2926715"/>
            <a:ext cx="851535" cy="6362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20" idx="2"/>
          </p:cNvCxnSpPr>
          <p:nvPr/>
        </p:nvCxnSpPr>
        <p:spPr>
          <a:xfrm flipH="1">
            <a:off x="4210685" y="3547110"/>
            <a:ext cx="851535" cy="15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9" idx="2"/>
          </p:cNvCxnSpPr>
          <p:nvPr/>
        </p:nvCxnSpPr>
        <p:spPr>
          <a:xfrm flipH="1" flipV="1">
            <a:off x="4210685" y="3562985"/>
            <a:ext cx="851535" cy="6045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" name="组合 14"/>
          <p:cNvGrpSpPr/>
          <p:nvPr/>
        </p:nvGrpSpPr>
        <p:grpSpPr>
          <a:xfrm>
            <a:off x="5428615" y="890270"/>
            <a:ext cx="629285" cy="1240790"/>
            <a:chOff x="5311" y="1402"/>
            <a:chExt cx="991" cy="1954"/>
          </a:xfrm>
        </p:grpSpPr>
        <p:cxnSp>
          <p:nvCxnSpPr>
            <p:cNvPr id="39" name="直接连接符 38"/>
            <p:cNvCxnSpPr>
              <a:stCxn id="9" idx="2"/>
              <a:endCxn id="6" idx="6"/>
            </p:cNvCxnSpPr>
            <p:nvPr/>
          </p:nvCxnSpPr>
          <p:spPr>
            <a:xfrm flipH="1">
              <a:off x="5311" y="1402"/>
              <a:ext cx="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>
              <a:stCxn id="11" idx="2"/>
              <a:endCxn id="6" idx="6"/>
            </p:cNvCxnSpPr>
            <p:nvPr/>
          </p:nvCxnSpPr>
          <p:spPr>
            <a:xfrm flipH="1" flipV="1">
              <a:off x="5311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stCxn id="10" idx="2"/>
              <a:endCxn id="6" idx="6"/>
            </p:cNvCxnSpPr>
            <p:nvPr/>
          </p:nvCxnSpPr>
          <p:spPr>
            <a:xfrm flipH="1" flipV="1">
              <a:off x="5311" y="1402"/>
              <a:ext cx="991" cy="19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>
              <a:stCxn id="9" idx="2"/>
              <a:endCxn id="8" idx="6"/>
            </p:cNvCxnSpPr>
            <p:nvPr/>
          </p:nvCxnSpPr>
          <p:spPr>
            <a:xfrm flipH="1">
              <a:off x="5311" y="1402"/>
              <a:ext cx="991" cy="9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>
              <a:stCxn id="11" idx="2"/>
              <a:endCxn id="8" idx="6"/>
            </p:cNvCxnSpPr>
            <p:nvPr/>
          </p:nvCxnSpPr>
          <p:spPr>
            <a:xfrm flipH="1">
              <a:off x="5311" y="2379"/>
              <a:ext cx="991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>
              <a:stCxn id="10" idx="2"/>
              <a:endCxn id="8" idx="6"/>
            </p:cNvCxnSpPr>
            <p:nvPr/>
          </p:nvCxnSpPr>
          <p:spPr>
            <a:xfrm flipH="1" flipV="1">
              <a:off x="5311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>
              <a:stCxn id="10" idx="2"/>
              <a:endCxn id="7" idx="6"/>
            </p:cNvCxnSpPr>
            <p:nvPr/>
          </p:nvCxnSpPr>
          <p:spPr>
            <a:xfrm flipH="1">
              <a:off x="5311" y="3356"/>
              <a:ext cx="9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>
              <a:stCxn id="11" idx="2"/>
              <a:endCxn id="7" idx="6"/>
            </p:cNvCxnSpPr>
            <p:nvPr/>
          </p:nvCxnSpPr>
          <p:spPr>
            <a:xfrm flipH="1">
              <a:off x="5311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stCxn id="9" idx="2"/>
              <a:endCxn id="7" idx="6"/>
            </p:cNvCxnSpPr>
            <p:nvPr/>
          </p:nvCxnSpPr>
          <p:spPr>
            <a:xfrm flipH="1">
              <a:off x="5311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5428615" y="890270"/>
            <a:ext cx="628650" cy="1240790"/>
            <a:chOff x="8455" y="1402"/>
            <a:chExt cx="990" cy="1954"/>
          </a:xfrm>
        </p:grpSpPr>
        <p:cxnSp>
          <p:nvCxnSpPr>
            <p:cNvPr id="93" name="直接连接符 92"/>
            <p:cNvCxnSpPr/>
            <p:nvPr/>
          </p:nvCxnSpPr>
          <p:spPr>
            <a:xfrm flipH="1">
              <a:off x="8455" y="1402"/>
              <a:ext cx="9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/>
          </p:nvCxnSpPr>
          <p:spPr>
            <a:xfrm flipH="1" flipV="1">
              <a:off x="8455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/>
            <p:nvPr/>
          </p:nvCxnSpPr>
          <p:spPr>
            <a:xfrm flipH="1" flipV="1">
              <a:off x="8455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8455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7" name="直接连接符 96"/>
            <p:cNvCxnSpPr/>
            <p:nvPr/>
          </p:nvCxnSpPr>
          <p:spPr>
            <a:xfrm flipH="1">
              <a:off x="8455" y="2379"/>
              <a:ext cx="9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 flipV="1">
              <a:off x="8455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H="1">
              <a:off x="8455" y="3356"/>
              <a:ext cx="9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/>
          </p:nvCxnSpPr>
          <p:spPr>
            <a:xfrm flipH="1">
              <a:off x="8455" y="2379"/>
              <a:ext cx="991" cy="9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/>
          </p:nvCxnSpPr>
          <p:spPr>
            <a:xfrm flipH="1">
              <a:off x="8455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02" name="椭圆 101"/>
          <p:cNvSpPr/>
          <p:nvPr/>
        </p:nvSpPr>
        <p:spPr>
          <a:xfrm>
            <a:off x="8201660" y="3382645"/>
            <a:ext cx="360000" cy="360000"/>
          </a:xfrm>
          <a:prstGeom prst="ellipse">
            <a:avLst/>
          </a:prstGeom>
          <a:solidFill>
            <a:srgbClr val="B6C7EA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06" name="直接连接符 105"/>
          <p:cNvCxnSpPr>
            <a:stCxn id="102" idx="2"/>
            <a:endCxn id="24" idx="6"/>
          </p:cNvCxnSpPr>
          <p:nvPr/>
        </p:nvCxnSpPr>
        <p:spPr>
          <a:xfrm flipH="1" flipV="1">
            <a:off x="7409815" y="2926715"/>
            <a:ext cx="791845" cy="636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连接符 106"/>
          <p:cNvCxnSpPr>
            <a:stCxn id="102" idx="2"/>
            <a:endCxn id="26" idx="6"/>
          </p:cNvCxnSpPr>
          <p:nvPr/>
        </p:nvCxnSpPr>
        <p:spPr>
          <a:xfrm flipH="1" flipV="1">
            <a:off x="7409815" y="3547110"/>
            <a:ext cx="791845" cy="158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直接连接符 107"/>
          <p:cNvCxnSpPr>
            <a:stCxn id="102" idx="2"/>
            <a:endCxn id="25" idx="6"/>
          </p:cNvCxnSpPr>
          <p:nvPr/>
        </p:nvCxnSpPr>
        <p:spPr>
          <a:xfrm flipH="1">
            <a:off x="7409815" y="3562985"/>
            <a:ext cx="791845" cy="60452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 flipV="1">
            <a:off x="6426835" y="2926715"/>
            <a:ext cx="628650" cy="1240790"/>
            <a:chOff x="8455" y="1402"/>
            <a:chExt cx="990" cy="1954"/>
          </a:xfrm>
        </p:grpSpPr>
        <p:cxnSp>
          <p:nvCxnSpPr>
            <p:cNvPr id="48" name="直接连接符 47"/>
            <p:cNvCxnSpPr/>
            <p:nvPr/>
          </p:nvCxnSpPr>
          <p:spPr>
            <a:xfrm flipH="1">
              <a:off x="8455" y="1402"/>
              <a:ext cx="9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 flipH="1" flipV="1">
              <a:off x="8455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 flipH="1" flipV="1">
              <a:off x="8455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 flipH="1">
              <a:off x="8455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/>
            <p:nvPr/>
          </p:nvCxnSpPr>
          <p:spPr>
            <a:xfrm flipH="1">
              <a:off x="8455" y="2379"/>
              <a:ext cx="9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 flipH="1" flipV="1">
              <a:off x="8455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 flipH="1">
              <a:off x="8455" y="3356"/>
              <a:ext cx="9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H="1">
              <a:off x="8455" y="2379"/>
              <a:ext cx="991" cy="9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>
              <a:off x="8455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7" name="组合 56"/>
          <p:cNvGrpSpPr/>
          <p:nvPr/>
        </p:nvGrpSpPr>
        <p:grpSpPr>
          <a:xfrm flipV="1">
            <a:off x="5422265" y="2926715"/>
            <a:ext cx="628650" cy="1240790"/>
            <a:chOff x="6883" y="1402"/>
            <a:chExt cx="990" cy="1954"/>
          </a:xfrm>
        </p:grpSpPr>
        <p:cxnSp>
          <p:nvCxnSpPr>
            <p:cNvPr id="58" name="直接连接符 57"/>
            <p:cNvCxnSpPr/>
            <p:nvPr/>
          </p:nvCxnSpPr>
          <p:spPr>
            <a:xfrm flipH="1">
              <a:off x="6883" y="1402"/>
              <a:ext cx="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H="1" flipV="1">
              <a:off x="6883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 flipV="1">
              <a:off x="6883" y="1402"/>
              <a:ext cx="991" cy="19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H="1">
              <a:off x="6883" y="1402"/>
              <a:ext cx="991" cy="9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直接连接符 61"/>
            <p:cNvCxnSpPr/>
            <p:nvPr/>
          </p:nvCxnSpPr>
          <p:spPr>
            <a:xfrm flipH="1">
              <a:off x="6883" y="2379"/>
              <a:ext cx="991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直接连接符 62"/>
            <p:cNvCxnSpPr/>
            <p:nvPr/>
          </p:nvCxnSpPr>
          <p:spPr>
            <a:xfrm flipH="1" flipV="1">
              <a:off x="6883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 flipH="1">
              <a:off x="6883" y="3356"/>
              <a:ext cx="9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 flipH="1">
              <a:off x="6883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 flipH="1">
              <a:off x="6883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2" name="椭圆 11"/>
          <p:cNvSpPr/>
          <p:nvPr/>
        </p:nvSpPr>
        <p:spPr>
          <a:xfrm>
            <a:off x="7056120" y="70993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7056120" y="195072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7056120" y="1330325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7049770" y="2746375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7049770" y="3987165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7049770" y="3366770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057900" y="70993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057900" y="195072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6057900" y="1330325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6051550" y="2746375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6051550" y="3987165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6051550" y="3366770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5068570" y="70993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5068570" y="1950720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5068570" y="1330325"/>
            <a:ext cx="360000" cy="360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5062220" y="2746375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5062220" y="3987165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5062220" y="3366770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 flipV="1">
            <a:off x="6426835" y="5027930"/>
            <a:ext cx="628650" cy="1240790"/>
            <a:chOff x="8455" y="1402"/>
            <a:chExt cx="990" cy="1954"/>
          </a:xfrm>
        </p:grpSpPr>
        <p:cxnSp>
          <p:nvCxnSpPr>
            <p:cNvPr id="3" name="直接连接符 2"/>
            <p:cNvCxnSpPr/>
            <p:nvPr/>
          </p:nvCxnSpPr>
          <p:spPr>
            <a:xfrm flipH="1">
              <a:off x="8455" y="1402"/>
              <a:ext cx="9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 flipH="1" flipV="1">
              <a:off x="8455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 flipH="1" flipV="1">
              <a:off x="8455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/>
            <p:cNvCxnSpPr/>
            <p:nvPr/>
          </p:nvCxnSpPr>
          <p:spPr>
            <a:xfrm flipH="1">
              <a:off x="8455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H="1">
              <a:off x="8455" y="2379"/>
              <a:ext cx="9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 flipH="1" flipV="1">
              <a:off x="8455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/>
            <p:nvPr/>
          </p:nvCxnSpPr>
          <p:spPr>
            <a:xfrm flipH="1">
              <a:off x="8455" y="3356"/>
              <a:ext cx="99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 flipH="1">
              <a:off x="8455" y="2379"/>
              <a:ext cx="991" cy="9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 flipH="1">
              <a:off x="8455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75" name="组合 74"/>
          <p:cNvGrpSpPr/>
          <p:nvPr/>
        </p:nvGrpSpPr>
        <p:grpSpPr>
          <a:xfrm flipV="1">
            <a:off x="5422265" y="5027930"/>
            <a:ext cx="628650" cy="1240790"/>
            <a:chOff x="6883" y="1402"/>
            <a:chExt cx="990" cy="1954"/>
          </a:xfrm>
        </p:grpSpPr>
        <p:cxnSp>
          <p:nvCxnSpPr>
            <p:cNvPr id="76" name="直接连接符 75"/>
            <p:cNvCxnSpPr/>
            <p:nvPr/>
          </p:nvCxnSpPr>
          <p:spPr>
            <a:xfrm flipH="1">
              <a:off x="6883" y="1402"/>
              <a:ext cx="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直接连接符 76"/>
            <p:cNvCxnSpPr/>
            <p:nvPr/>
          </p:nvCxnSpPr>
          <p:spPr>
            <a:xfrm flipH="1" flipV="1">
              <a:off x="6883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8" name="直接连接符 77"/>
            <p:cNvCxnSpPr/>
            <p:nvPr/>
          </p:nvCxnSpPr>
          <p:spPr>
            <a:xfrm flipH="1" flipV="1">
              <a:off x="6883" y="1402"/>
              <a:ext cx="991" cy="19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直接连接符 78"/>
            <p:cNvCxnSpPr/>
            <p:nvPr/>
          </p:nvCxnSpPr>
          <p:spPr>
            <a:xfrm flipH="1">
              <a:off x="6883" y="1402"/>
              <a:ext cx="991" cy="9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直接连接符 79"/>
            <p:cNvCxnSpPr/>
            <p:nvPr/>
          </p:nvCxnSpPr>
          <p:spPr>
            <a:xfrm flipH="1">
              <a:off x="6883" y="2379"/>
              <a:ext cx="991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1" name="直接连接符 80"/>
            <p:cNvCxnSpPr/>
            <p:nvPr/>
          </p:nvCxnSpPr>
          <p:spPr>
            <a:xfrm flipH="1" flipV="1">
              <a:off x="6883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直接连接符 81"/>
            <p:cNvCxnSpPr/>
            <p:nvPr/>
          </p:nvCxnSpPr>
          <p:spPr>
            <a:xfrm flipH="1">
              <a:off x="6883" y="3356"/>
              <a:ext cx="9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直接连接符 82"/>
            <p:cNvCxnSpPr/>
            <p:nvPr/>
          </p:nvCxnSpPr>
          <p:spPr>
            <a:xfrm flipH="1">
              <a:off x="6883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直接连接符 83"/>
            <p:cNvCxnSpPr/>
            <p:nvPr/>
          </p:nvCxnSpPr>
          <p:spPr>
            <a:xfrm flipH="1">
              <a:off x="6883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85" name="椭圆 84"/>
          <p:cNvSpPr/>
          <p:nvPr/>
        </p:nvSpPr>
        <p:spPr>
          <a:xfrm>
            <a:off x="7049770" y="4847590"/>
            <a:ext cx="360000" cy="360000"/>
          </a:xfrm>
          <a:prstGeom prst="ellipse">
            <a:avLst/>
          </a:prstGeom>
          <a:solidFill>
            <a:srgbClr val="ACD78E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椭圆 85"/>
          <p:cNvSpPr/>
          <p:nvPr/>
        </p:nvSpPr>
        <p:spPr>
          <a:xfrm>
            <a:off x="7049770" y="6088380"/>
            <a:ext cx="360000" cy="360000"/>
          </a:xfrm>
          <a:prstGeom prst="ellipse">
            <a:avLst/>
          </a:prstGeom>
          <a:solidFill>
            <a:srgbClr val="ACD78E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椭圆 86"/>
          <p:cNvSpPr/>
          <p:nvPr/>
        </p:nvSpPr>
        <p:spPr>
          <a:xfrm>
            <a:off x="7049770" y="5467985"/>
            <a:ext cx="360000" cy="360000"/>
          </a:xfrm>
          <a:prstGeom prst="ellipse">
            <a:avLst/>
          </a:prstGeom>
          <a:solidFill>
            <a:srgbClr val="ACD78E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椭圆 87"/>
          <p:cNvSpPr/>
          <p:nvPr/>
        </p:nvSpPr>
        <p:spPr>
          <a:xfrm>
            <a:off x="6051550" y="4847590"/>
            <a:ext cx="360000" cy="360000"/>
          </a:xfrm>
          <a:prstGeom prst="ellipse">
            <a:avLst/>
          </a:prstGeom>
          <a:solidFill>
            <a:srgbClr val="ACD78E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椭圆 88"/>
          <p:cNvSpPr/>
          <p:nvPr/>
        </p:nvSpPr>
        <p:spPr>
          <a:xfrm>
            <a:off x="6051550" y="6088380"/>
            <a:ext cx="360000" cy="360000"/>
          </a:xfrm>
          <a:prstGeom prst="ellipse">
            <a:avLst/>
          </a:prstGeom>
          <a:solidFill>
            <a:srgbClr val="ACD78E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椭圆 89"/>
          <p:cNvSpPr/>
          <p:nvPr/>
        </p:nvSpPr>
        <p:spPr>
          <a:xfrm>
            <a:off x="6051550" y="5467985"/>
            <a:ext cx="360000" cy="360000"/>
          </a:xfrm>
          <a:prstGeom prst="ellipse">
            <a:avLst/>
          </a:prstGeom>
          <a:solidFill>
            <a:srgbClr val="ACD78E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椭圆 90"/>
          <p:cNvSpPr/>
          <p:nvPr/>
        </p:nvSpPr>
        <p:spPr>
          <a:xfrm>
            <a:off x="5062220" y="4847590"/>
            <a:ext cx="360000" cy="360000"/>
          </a:xfrm>
          <a:prstGeom prst="ellipse">
            <a:avLst/>
          </a:prstGeom>
          <a:solidFill>
            <a:srgbClr val="ACD78E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椭圆 91"/>
          <p:cNvSpPr/>
          <p:nvPr/>
        </p:nvSpPr>
        <p:spPr>
          <a:xfrm>
            <a:off x="5062220" y="6088380"/>
            <a:ext cx="360000" cy="360000"/>
          </a:xfrm>
          <a:prstGeom prst="ellipse">
            <a:avLst/>
          </a:prstGeom>
          <a:solidFill>
            <a:srgbClr val="ACD78E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9" name="椭圆 108"/>
          <p:cNvSpPr/>
          <p:nvPr/>
        </p:nvSpPr>
        <p:spPr>
          <a:xfrm>
            <a:off x="5062220" y="5467985"/>
            <a:ext cx="360000" cy="360000"/>
          </a:xfrm>
          <a:prstGeom prst="ellipse">
            <a:avLst/>
          </a:prstGeom>
          <a:solidFill>
            <a:srgbClr val="ACD78E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4" name="任意形状 2"/>
          <p:cNvSpPr/>
          <p:nvPr/>
        </p:nvSpPr>
        <p:spPr>
          <a:xfrm>
            <a:off x="2867025" y="1069975"/>
            <a:ext cx="451485" cy="932815"/>
          </a:xfrm>
          <a:custGeom>
            <a:avLst/>
            <a:gdLst>
              <a:gd name="connsiteX0" fmla="*/ 0 w 1328057"/>
              <a:gd name="connsiteY0" fmla="*/ 904070 h 1154550"/>
              <a:gd name="connsiteX1" fmla="*/ 293914 w 1328057"/>
              <a:gd name="connsiteY1" fmla="*/ 152956 h 1154550"/>
              <a:gd name="connsiteX2" fmla="*/ 381000 w 1328057"/>
              <a:gd name="connsiteY2" fmla="*/ 1012927 h 1154550"/>
              <a:gd name="connsiteX3" fmla="*/ 587828 w 1328057"/>
              <a:gd name="connsiteY3" fmla="*/ 229156 h 1154550"/>
              <a:gd name="connsiteX4" fmla="*/ 859971 w 1328057"/>
              <a:gd name="connsiteY4" fmla="*/ 991156 h 1154550"/>
              <a:gd name="connsiteX5" fmla="*/ 936171 w 1328057"/>
              <a:gd name="connsiteY5" fmla="*/ 556 h 1154550"/>
              <a:gd name="connsiteX6" fmla="*/ 1240971 w 1328057"/>
              <a:gd name="connsiteY6" fmla="*/ 1154441 h 1154550"/>
              <a:gd name="connsiteX7" fmla="*/ 1328057 w 1328057"/>
              <a:gd name="connsiteY7" fmla="*/ 54984 h 11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057" h="1154550">
                <a:moveTo>
                  <a:pt x="0" y="904070"/>
                </a:moveTo>
                <a:cubicBezTo>
                  <a:pt x="115207" y="519441"/>
                  <a:pt x="230414" y="134813"/>
                  <a:pt x="293914" y="152956"/>
                </a:cubicBezTo>
                <a:cubicBezTo>
                  <a:pt x="357414" y="171099"/>
                  <a:pt x="332014" y="1000227"/>
                  <a:pt x="381000" y="1012927"/>
                </a:cubicBezTo>
                <a:cubicBezTo>
                  <a:pt x="429986" y="1025627"/>
                  <a:pt x="508000" y="232784"/>
                  <a:pt x="587828" y="229156"/>
                </a:cubicBezTo>
                <a:cubicBezTo>
                  <a:pt x="667657" y="225527"/>
                  <a:pt x="801914" y="1029256"/>
                  <a:pt x="859971" y="991156"/>
                </a:cubicBezTo>
                <a:cubicBezTo>
                  <a:pt x="918028" y="953056"/>
                  <a:pt x="872671" y="-26658"/>
                  <a:pt x="936171" y="556"/>
                </a:cubicBezTo>
                <a:cubicBezTo>
                  <a:pt x="999671" y="27770"/>
                  <a:pt x="1175657" y="1145370"/>
                  <a:pt x="1240971" y="1154441"/>
                </a:cubicBezTo>
                <a:cubicBezTo>
                  <a:pt x="1306285" y="1163512"/>
                  <a:pt x="1317171" y="609248"/>
                  <a:pt x="1328057" y="54984"/>
                </a:cubicBezTo>
              </a:path>
            </a:pathLst>
          </a:custGeom>
          <a:noFill/>
          <a:ln w="55000" cap="flat" cmpd="thickThin" algn="ctr">
            <a:solidFill>
              <a:srgbClr val="D73C1E">
                <a:shade val="50000"/>
                <a:tint val="90000"/>
                <a:satMod val="13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/>
              <a:ea typeface="黑体" panose="02010609060101010101" charset="-122"/>
              <a:cs typeface="+mn-cs"/>
            </a:endParaRPr>
          </a:p>
        </p:txBody>
      </p:sp>
      <p:sp>
        <p:nvSpPr>
          <p:cNvPr id="115" name="任意形状 2"/>
          <p:cNvSpPr/>
          <p:nvPr/>
        </p:nvSpPr>
        <p:spPr>
          <a:xfrm>
            <a:off x="2524760" y="3054350"/>
            <a:ext cx="1006475" cy="932815"/>
          </a:xfrm>
          <a:custGeom>
            <a:avLst/>
            <a:gdLst>
              <a:gd name="connsiteX0" fmla="*/ 0 w 1328057"/>
              <a:gd name="connsiteY0" fmla="*/ 904070 h 1154550"/>
              <a:gd name="connsiteX1" fmla="*/ 293914 w 1328057"/>
              <a:gd name="connsiteY1" fmla="*/ 152956 h 1154550"/>
              <a:gd name="connsiteX2" fmla="*/ 381000 w 1328057"/>
              <a:gd name="connsiteY2" fmla="*/ 1012927 h 1154550"/>
              <a:gd name="connsiteX3" fmla="*/ 587828 w 1328057"/>
              <a:gd name="connsiteY3" fmla="*/ 229156 h 1154550"/>
              <a:gd name="connsiteX4" fmla="*/ 859971 w 1328057"/>
              <a:gd name="connsiteY4" fmla="*/ 991156 h 1154550"/>
              <a:gd name="connsiteX5" fmla="*/ 936171 w 1328057"/>
              <a:gd name="connsiteY5" fmla="*/ 556 h 1154550"/>
              <a:gd name="connsiteX6" fmla="*/ 1240971 w 1328057"/>
              <a:gd name="connsiteY6" fmla="*/ 1154441 h 1154550"/>
              <a:gd name="connsiteX7" fmla="*/ 1328057 w 1328057"/>
              <a:gd name="connsiteY7" fmla="*/ 54984 h 11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057" h="1154550">
                <a:moveTo>
                  <a:pt x="0" y="904070"/>
                </a:moveTo>
                <a:cubicBezTo>
                  <a:pt x="115207" y="519441"/>
                  <a:pt x="230414" y="134813"/>
                  <a:pt x="293914" y="152956"/>
                </a:cubicBezTo>
                <a:cubicBezTo>
                  <a:pt x="357414" y="171099"/>
                  <a:pt x="332014" y="1000227"/>
                  <a:pt x="381000" y="1012927"/>
                </a:cubicBezTo>
                <a:cubicBezTo>
                  <a:pt x="429986" y="1025627"/>
                  <a:pt x="508000" y="232784"/>
                  <a:pt x="587828" y="229156"/>
                </a:cubicBezTo>
                <a:cubicBezTo>
                  <a:pt x="667657" y="225527"/>
                  <a:pt x="801914" y="1029256"/>
                  <a:pt x="859971" y="991156"/>
                </a:cubicBezTo>
                <a:cubicBezTo>
                  <a:pt x="918028" y="953056"/>
                  <a:pt x="872671" y="-26658"/>
                  <a:pt x="936171" y="556"/>
                </a:cubicBezTo>
                <a:cubicBezTo>
                  <a:pt x="999671" y="27770"/>
                  <a:pt x="1175657" y="1145370"/>
                  <a:pt x="1240971" y="1154441"/>
                </a:cubicBezTo>
                <a:cubicBezTo>
                  <a:pt x="1306285" y="1163512"/>
                  <a:pt x="1317171" y="609248"/>
                  <a:pt x="1328057" y="54984"/>
                </a:cubicBezTo>
              </a:path>
            </a:pathLst>
          </a:custGeom>
          <a:noFill/>
          <a:ln w="55000" cap="flat" cmpd="thickThin" algn="ctr">
            <a:solidFill>
              <a:srgbClr val="D73C1E">
                <a:shade val="50000"/>
                <a:tint val="90000"/>
                <a:satMod val="13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/>
              <a:ea typeface="黑体" panose="02010609060101010101" charset="-122"/>
              <a:cs typeface="+mn-cs"/>
            </a:endParaRPr>
          </a:p>
        </p:txBody>
      </p:sp>
      <p:sp>
        <p:nvSpPr>
          <p:cNvPr id="116" name="任意形状 2"/>
          <p:cNvSpPr/>
          <p:nvPr/>
        </p:nvSpPr>
        <p:spPr>
          <a:xfrm>
            <a:off x="2178685" y="5155565"/>
            <a:ext cx="1699260" cy="932815"/>
          </a:xfrm>
          <a:custGeom>
            <a:avLst/>
            <a:gdLst>
              <a:gd name="connsiteX0" fmla="*/ 0 w 1328057"/>
              <a:gd name="connsiteY0" fmla="*/ 904070 h 1154550"/>
              <a:gd name="connsiteX1" fmla="*/ 293914 w 1328057"/>
              <a:gd name="connsiteY1" fmla="*/ 152956 h 1154550"/>
              <a:gd name="connsiteX2" fmla="*/ 381000 w 1328057"/>
              <a:gd name="connsiteY2" fmla="*/ 1012927 h 1154550"/>
              <a:gd name="connsiteX3" fmla="*/ 587828 w 1328057"/>
              <a:gd name="connsiteY3" fmla="*/ 229156 h 1154550"/>
              <a:gd name="connsiteX4" fmla="*/ 859971 w 1328057"/>
              <a:gd name="connsiteY4" fmla="*/ 991156 h 1154550"/>
              <a:gd name="connsiteX5" fmla="*/ 936171 w 1328057"/>
              <a:gd name="connsiteY5" fmla="*/ 556 h 1154550"/>
              <a:gd name="connsiteX6" fmla="*/ 1240971 w 1328057"/>
              <a:gd name="connsiteY6" fmla="*/ 1154441 h 1154550"/>
              <a:gd name="connsiteX7" fmla="*/ 1328057 w 1328057"/>
              <a:gd name="connsiteY7" fmla="*/ 54984 h 11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057" h="1154550">
                <a:moveTo>
                  <a:pt x="0" y="904070"/>
                </a:moveTo>
                <a:cubicBezTo>
                  <a:pt x="115207" y="519441"/>
                  <a:pt x="230414" y="134813"/>
                  <a:pt x="293914" y="152956"/>
                </a:cubicBezTo>
                <a:cubicBezTo>
                  <a:pt x="357414" y="171099"/>
                  <a:pt x="332014" y="1000227"/>
                  <a:pt x="381000" y="1012927"/>
                </a:cubicBezTo>
                <a:cubicBezTo>
                  <a:pt x="429986" y="1025627"/>
                  <a:pt x="508000" y="232784"/>
                  <a:pt x="587828" y="229156"/>
                </a:cubicBezTo>
                <a:cubicBezTo>
                  <a:pt x="667657" y="225527"/>
                  <a:pt x="801914" y="1029256"/>
                  <a:pt x="859971" y="991156"/>
                </a:cubicBezTo>
                <a:cubicBezTo>
                  <a:pt x="918028" y="953056"/>
                  <a:pt x="872671" y="-26658"/>
                  <a:pt x="936171" y="556"/>
                </a:cubicBezTo>
                <a:cubicBezTo>
                  <a:pt x="999671" y="27770"/>
                  <a:pt x="1175657" y="1145370"/>
                  <a:pt x="1240971" y="1154441"/>
                </a:cubicBezTo>
                <a:cubicBezTo>
                  <a:pt x="1306285" y="1163512"/>
                  <a:pt x="1317171" y="609248"/>
                  <a:pt x="1328057" y="54984"/>
                </a:cubicBezTo>
              </a:path>
            </a:pathLst>
          </a:custGeom>
          <a:noFill/>
          <a:ln w="55000" cap="flat" cmpd="thickThin" algn="ctr">
            <a:solidFill>
              <a:srgbClr val="D73C1E">
                <a:shade val="50000"/>
                <a:tint val="90000"/>
                <a:satMod val="13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/>
              <a:ea typeface="黑体" panose="02010609060101010101" charset="-122"/>
              <a:cs typeface="+mn-cs"/>
            </a:endParaRPr>
          </a:p>
        </p:txBody>
      </p:sp>
      <p:sp>
        <p:nvSpPr>
          <p:cNvPr id="117" name="任意形状 2"/>
          <p:cNvSpPr/>
          <p:nvPr/>
        </p:nvSpPr>
        <p:spPr>
          <a:xfrm>
            <a:off x="273685" y="3054350"/>
            <a:ext cx="451485" cy="932815"/>
          </a:xfrm>
          <a:custGeom>
            <a:avLst/>
            <a:gdLst>
              <a:gd name="connsiteX0" fmla="*/ 0 w 1328057"/>
              <a:gd name="connsiteY0" fmla="*/ 904070 h 1154550"/>
              <a:gd name="connsiteX1" fmla="*/ 293914 w 1328057"/>
              <a:gd name="connsiteY1" fmla="*/ 152956 h 1154550"/>
              <a:gd name="connsiteX2" fmla="*/ 381000 w 1328057"/>
              <a:gd name="connsiteY2" fmla="*/ 1012927 h 1154550"/>
              <a:gd name="connsiteX3" fmla="*/ 587828 w 1328057"/>
              <a:gd name="connsiteY3" fmla="*/ 229156 h 1154550"/>
              <a:gd name="connsiteX4" fmla="*/ 859971 w 1328057"/>
              <a:gd name="connsiteY4" fmla="*/ 991156 h 1154550"/>
              <a:gd name="connsiteX5" fmla="*/ 936171 w 1328057"/>
              <a:gd name="connsiteY5" fmla="*/ 556 h 1154550"/>
              <a:gd name="connsiteX6" fmla="*/ 1240971 w 1328057"/>
              <a:gd name="connsiteY6" fmla="*/ 1154441 h 1154550"/>
              <a:gd name="connsiteX7" fmla="*/ 1328057 w 1328057"/>
              <a:gd name="connsiteY7" fmla="*/ 54984 h 115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8057" h="1154550">
                <a:moveTo>
                  <a:pt x="0" y="904070"/>
                </a:moveTo>
                <a:cubicBezTo>
                  <a:pt x="115207" y="519441"/>
                  <a:pt x="230414" y="134813"/>
                  <a:pt x="293914" y="152956"/>
                </a:cubicBezTo>
                <a:cubicBezTo>
                  <a:pt x="357414" y="171099"/>
                  <a:pt x="332014" y="1000227"/>
                  <a:pt x="381000" y="1012927"/>
                </a:cubicBezTo>
                <a:cubicBezTo>
                  <a:pt x="429986" y="1025627"/>
                  <a:pt x="508000" y="232784"/>
                  <a:pt x="587828" y="229156"/>
                </a:cubicBezTo>
                <a:cubicBezTo>
                  <a:pt x="667657" y="225527"/>
                  <a:pt x="801914" y="1029256"/>
                  <a:pt x="859971" y="991156"/>
                </a:cubicBezTo>
                <a:cubicBezTo>
                  <a:pt x="918028" y="953056"/>
                  <a:pt x="872671" y="-26658"/>
                  <a:pt x="936171" y="556"/>
                </a:cubicBezTo>
                <a:cubicBezTo>
                  <a:pt x="999671" y="27770"/>
                  <a:pt x="1175657" y="1145370"/>
                  <a:pt x="1240971" y="1154441"/>
                </a:cubicBezTo>
                <a:cubicBezTo>
                  <a:pt x="1306285" y="1163512"/>
                  <a:pt x="1317171" y="609248"/>
                  <a:pt x="1328057" y="54984"/>
                </a:cubicBezTo>
              </a:path>
            </a:pathLst>
          </a:custGeom>
          <a:noFill/>
          <a:ln w="55000" cap="flat" cmpd="thickThin" algn="ctr">
            <a:solidFill>
              <a:srgbClr val="D73C1E">
                <a:shade val="50000"/>
                <a:tint val="90000"/>
                <a:satMod val="130000"/>
              </a:srgbClr>
            </a:solidFill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ook Antiqua" panose="02040602050305030304"/>
              <a:ea typeface="黑体" panose="02010609060101010101" charset="-122"/>
              <a:cs typeface="+mn-cs"/>
            </a:endParaRPr>
          </a:p>
        </p:txBody>
      </p:sp>
      <p:cxnSp>
        <p:nvCxnSpPr>
          <p:cNvPr id="118" name="直接连接符 117"/>
          <p:cNvCxnSpPr/>
          <p:nvPr/>
        </p:nvCxnSpPr>
        <p:spPr>
          <a:xfrm flipH="1">
            <a:off x="975360" y="1725295"/>
            <a:ext cx="1026160" cy="184213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9" name="直接连接符 118"/>
          <p:cNvCxnSpPr/>
          <p:nvPr/>
        </p:nvCxnSpPr>
        <p:spPr>
          <a:xfrm flipH="1" flipV="1">
            <a:off x="969645" y="3564890"/>
            <a:ext cx="1044575" cy="254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0" name="直接连接符 119"/>
          <p:cNvCxnSpPr/>
          <p:nvPr/>
        </p:nvCxnSpPr>
        <p:spPr>
          <a:xfrm flipH="1" flipV="1">
            <a:off x="969010" y="3567430"/>
            <a:ext cx="1002030" cy="178054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2" name="文本框 121"/>
          <p:cNvSpPr txBox="1"/>
          <p:nvPr/>
        </p:nvSpPr>
        <p:spPr>
          <a:xfrm>
            <a:off x="1240155" y="1950720"/>
            <a:ext cx="515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1</a:t>
            </a:r>
            <a:r>
              <a:rPr lang="zh-CN" altLang="en-US" b="1"/>
              <a:t>×</a:t>
            </a:r>
            <a:endParaRPr lang="zh-CN" altLang="en-US" b="1"/>
          </a:p>
        </p:txBody>
      </p:sp>
      <p:sp>
        <p:nvSpPr>
          <p:cNvPr id="123" name="文本框 122"/>
          <p:cNvSpPr txBox="1"/>
          <p:nvPr/>
        </p:nvSpPr>
        <p:spPr>
          <a:xfrm>
            <a:off x="1240155" y="3178810"/>
            <a:ext cx="515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2</a:t>
            </a:r>
            <a:r>
              <a:rPr lang="zh-CN" altLang="en-US" b="1"/>
              <a:t>×</a:t>
            </a:r>
            <a:endParaRPr lang="zh-CN" altLang="en-US" b="1"/>
          </a:p>
        </p:txBody>
      </p:sp>
      <p:sp>
        <p:nvSpPr>
          <p:cNvPr id="124" name="文本框 123"/>
          <p:cNvSpPr txBox="1"/>
          <p:nvPr/>
        </p:nvSpPr>
        <p:spPr>
          <a:xfrm>
            <a:off x="1240155" y="4898390"/>
            <a:ext cx="515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3</a:t>
            </a:r>
            <a:r>
              <a:rPr lang="zh-CN" altLang="en-US" b="1"/>
              <a:t>×</a:t>
            </a:r>
            <a:endParaRPr lang="zh-CN" altLang="en-US" b="1"/>
          </a:p>
        </p:txBody>
      </p:sp>
      <p:cxnSp>
        <p:nvCxnSpPr>
          <p:cNvPr id="126" name="直接连接符 125"/>
          <p:cNvCxnSpPr/>
          <p:nvPr/>
        </p:nvCxnSpPr>
        <p:spPr>
          <a:xfrm flipH="1">
            <a:off x="4210685" y="890270"/>
            <a:ext cx="851535" cy="6362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/>
          <p:nvPr/>
        </p:nvCxnSpPr>
        <p:spPr>
          <a:xfrm flipH="1">
            <a:off x="4210685" y="1510665"/>
            <a:ext cx="851535" cy="15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 flipH="1" flipV="1">
            <a:off x="4210685" y="1526540"/>
            <a:ext cx="851535" cy="6045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 flipH="1">
            <a:off x="4210685" y="5027930"/>
            <a:ext cx="851535" cy="6362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0" name="直接连接符 129"/>
          <p:cNvCxnSpPr/>
          <p:nvPr/>
        </p:nvCxnSpPr>
        <p:spPr>
          <a:xfrm flipH="1">
            <a:off x="4210685" y="5648325"/>
            <a:ext cx="851535" cy="15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直接连接符 130"/>
          <p:cNvCxnSpPr/>
          <p:nvPr/>
        </p:nvCxnSpPr>
        <p:spPr>
          <a:xfrm flipH="1" flipV="1">
            <a:off x="4210685" y="5664200"/>
            <a:ext cx="851535" cy="6045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4" name="椭圆 143"/>
          <p:cNvSpPr/>
          <p:nvPr/>
        </p:nvSpPr>
        <p:spPr>
          <a:xfrm>
            <a:off x="8208010" y="5467985"/>
            <a:ext cx="360000" cy="360000"/>
          </a:xfrm>
          <a:prstGeom prst="ellipse">
            <a:avLst/>
          </a:prstGeom>
          <a:solidFill>
            <a:srgbClr val="ACD78E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5" name="直接连接符 144"/>
          <p:cNvCxnSpPr>
            <a:stCxn id="144" idx="2"/>
          </p:cNvCxnSpPr>
          <p:nvPr/>
        </p:nvCxnSpPr>
        <p:spPr>
          <a:xfrm flipH="1" flipV="1">
            <a:off x="7416165" y="5012055"/>
            <a:ext cx="791845" cy="63627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6" name="直接连接符 145"/>
          <p:cNvCxnSpPr>
            <a:stCxn id="144" idx="2"/>
          </p:cNvCxnSpPr>
          <p:nvPr/>
        </p:nvCxnSpPr>
        <p:spPr>
          <a:xfrm flipH="1" flipV="1">
            <a:off x="7416165" y="5632450"/>
            <a:ext cx="791845" cy="158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直接连接符 146"/>
          <p:cNvCxnSpPr>
            <a:stCxn id="144" idx="2"/>
          </p:cNvCxnSpPr>
          <p:nvPr/>
        </p:nvCxnSpPr>
        <p:spPr>
          <a:xfrm flipH="1">
            <a:off x="7416165" y="5648325"/>
            <a:ext cx="791845" cy="60452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8" name="椭圆 147"/>
          <p:cNvSpPr/>
          <p:nvPr/>
        </p:nvSpPr>
        <p:spPr>
          <a:xfrm>
            <a:off x="8208010" y="1346200"/>
            <a:ext cx="360000" cy="360000"/>
          </a:xfrm>
          <a:prstGeom prst="ellipse">
            <a:avLst/>
          </a:prstGeom>
          <a:solidFill>
            <a:srgbClr val="F5B482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49" name="直接连接符 148"/>
          <p:cNvCxnSpPr>
            <a:stCxn id="148" idx="2"/>
          </p:cNvCxnSpPr>
          <p:nvPr/>
        </p:nvCxnSpPr>
        <p:spPr>
          <a:xfrm flipH="1" flipV="1">
            <a:off x="7416165" y="890270"/>
            <a:ext cx="791845" cy="63627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0" name="直接连接符 149"/>
          <p:cNvCxnSpPr>
            <a:stCxn id="148" idx="2"/>
          </p:cNvCxnSpPr>
          <p:nvPr/>
        </p:nvCxnSpPr>
        <p:spPr>
          <a:xfrm flipH="1" flipV="1">
            <a:off x="7416165" y="1510665"/>
            <a:ext cx="791845" cy="1587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直接连接符 150"/>
          <p:cNvCxnSpPr>
            <a:stCxn id="148" idx="2"/>
          </p:cNvCxnSpPr>
          <p:nvPr/>
        </p:nvCxnSpPr>
        <p:spPr>
          <a:xfrm flipH="1">
            <a:off x="7416165" y="1526540"/>
            <a:ext cx="791845" cy="60452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连接符 152"/>
          <p:cNvCxnSpPr>
            <a:stCxn id="144" idx="6"/>
          </p:cNvCxnSpPr>
          <p:nvPr/>
        </p:nvCxnSpPr>
        <p:spPr>
          <a:xfrm flipV="1">
            <a:off x="8568055" y="3547110"/>
            <a:ext cx="1285875" cy="210121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4" name="直接连接符 153"/>
          <p:cNvCxnSpPr>
            <a:stCxn id="102" idx="6"/>
          </p:cNvCxnSpPr>
          <p:nvPr/>
        </p:nvCxnSpPr>
        <p:spPr>
          <a:xfrm flipV="1">
            <a:off x="8561705" y="3549650"/>
            <a:ext cx="1297940" cy="1333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5" name="直接连接符 154"/>
          <p:cNvCxnSpPr>
            <a:stCxn id="148" idx="6"/>
          </p:cNvCxnSpPr>
          <p:nvPr/>
        </p:nvCxnSpPr>
        <p:spPr>
          <a:xfrm>
            <a:off x="8568055" y="1526540"/>
            <a:ext cx="1292225" cy="202057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8" name="椭圆 157"/>
          <p:cNvSpPr/>
          <p:nvPr/>
        </p:nvSpPr>
        <p:spPr>
          <a:xfrm>
            <a:off x="9860280" y="3366770"/>
            <a:ext cx="360000" cy="360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59" name="组合 158"/>
          <p:cNvGrpSpPr/>
          <p:nvPr/>
        </p:nvGrpSpPr>
        <p:grpSpPr>
          <a:xfrm>
            <a:off x="6426835" y="890270"/>
            <a:ext cx="628650" cy="1240790"/>
            <a:chOff x="6883" y="1402"/>
            <a:chExt cx="990" cy="1954"/>
          </a:xfrm>
        </p:grpSpPr>
        <p:cxnSp>
          <p:nvCxnSpPr>
            <p:cNvPr id="160" name="直接连接符 159"/>
            <p:cNvCxnSpPr/>
            <p:nvPr/>
          </p:nvCxnSpPr>
          <p:spPr>
            <a:xfrm flipH="1">
              <a:off x="6883" y="1402"/>
              <a:ext cx="991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H="1" flipV="1">
              <a:off x="6883" y="1402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H="1" flipV="1">
              <a:off x="6883" y="1402"/>
              <a:ext cx="991" cy="1954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H="1">
              <a:off x="6883" y="1402"/>
              <a:ext cx="991" cy="9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H="1">
              <a:off x="6883" y="2379"/>
              <a:ext cx="991" cy="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/>
            <p:nvPr/>
          </p:nvCxnSpPr>
          <p:spPr>
            <a:xfrm flipH="1" flipV="1">
              <a:off x="6883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6" name="直接连接符 165"/>
            <p:cNvCxnSpPr/>
            <p:nvPr/>
          </p:nvCxnSpPr>
          <p:spPr>
            <a:xfrm flipH="1">
              <a:off x="6883" y="3356"/>
              <a:ext cx="99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7" name="直接连接符 166"/>
            <p:cNvCxnSpPr/>
            <p:nvPr/>
          </p:nvCxnSpPr>
          <p:spPr>
            <a:xfrm flipH="1">
              <a:off x="6883" y="2379"/>
              <a:ext cx="991" cy="9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8" name="直接连接符 167"/>
            <p:cNvCxnSpPr/>
            <p:nvPr/>
          </p:nvCxnSpPr>
          <p:spPr>
            <a:xfrm flipH="1">
              <a:off x="6883" y="1402"/>
              <a:ext cx="991" cy="19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commondata" val="eyJoZGlkIjoiYjhlNWEzMGU3MDA2NTBlZmI2YzNlOWU0NjNjMTdhN2M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175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WPS 演示</Application>
  <PresentationFormat>宽屏</PresentationFormat>
  <Paragraphs>6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Book Antiqua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此心安处是吾乡</cp:lastModifiedBy>
  <cp:revision>166</cp:revision>
  <dcterms:created xsi:type="dcterms:W3CDTF">2019-06-19T02:08:00Z</dcterms:created>
  <dcterms:modified xsi:type="dcterms:W3CDTF">2024-06-12T18:34:27Z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2714BC2042754196817988410A36725A</vt:lpwstr>
  </property>
</Properties>
</file>